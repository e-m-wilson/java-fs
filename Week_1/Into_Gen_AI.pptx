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embeddedFontLst>
    <p:embeddedFont>
      <p:font typeface="Hammersmith One" panose="02010703030501060504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98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8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58B127E-79E1-4BF6-8C83-D8806B3999B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977720" y="500760"/>
            <a:ext cx="3445920" cy="286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buNone/>
              <a:defRPr lang="en-US" sz="5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5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Google Shape;11;p2"/>
          <p:cNvSpPr/>
          <p:nvPr/>
        </p:nvSpPr>
        <p:spPr>
          <a:xfrm rot="310200">
            <a:off x="8398800" y="4513320"/>
            <a:ext cx="1027800" cy="1027080"/>
          </a:xfrm>
          <a:custGeom>
            <a:avLst/>
            <a:gdLst>
              <a:gd name="textAreaLeft" fmla="*/ 0 w 1027800"/>
              <a:gd name="textAreaRight" fmla="*/ 1028160 w 1027800"/>
              <a:gd name="textAreaTop" fmla="*/ 0 h 1027080"/>
              <a:gd name="textAreaBottom" fmla="*/ 1027440 h 10270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Google Shape;12;p2"/>
          <p:cNvSpPr/>
          <p:nvPr/>
        </p:nvSpPr>
        <p:spPr>
          <a:xfrm rot="610200" flipH="1">
            <a:off x="814320" y="222120"/>
            <a:ext cx="327960" cy="327960"/>
          </a:xfrm>
          <a:custGeom>
            <a:avLst/>
            <a:gdLst>
              <a:gd name="textAreaLeft" fmla="*/ -360 w 327960"/>
              <a:gd name="textAreaRight" fmla="*/ 327960 w 327960"/>
              <a:gd name="textAreaTop" fmla="*/ 0 h 327960"/>
              <a:gd name="textAreaBottom" fmla="*/ 328320 h 32796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Google Shape;13;p2"/>
          <p:cNvSpPr/>
          <p:nvPr/>
        </p:nvSpPr>
        <p:spPr>
          <a:xfrm rot="610200" flipH="1">
            <a:off x="263880" y="445680"/>
            <a:ext cx="513000" cy="512640"/>
          </a:xfrm>
          <a:custGeom>
            <a:avLst/>
            <a:gdLst>
              <a:gd name="textAreaLeft" fmla="*/ -360 w 513000"/>
              <a:gd name="textAreaRight" fmla="*/ 513000 w 513000"/>
              <a:gd name="textAreaTop" fmla="*/ 0 h 512640"/>
              <a:gd name="textAreaBottom" fmla="*/ 513000 h 51264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977720" y="500760"/>
            <a:ext cx="3445920" cy="286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buNone/>
              <a:defRPr lang="en-US" sz="5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5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Google Shape;11;p2"/>
          <p:cNvSpPr/>
          <p:nvPr/>
        </p:nvSpPr>
        <p:spPr>
          <a:xfrm rot="310200">
            <a:off x="8398800" y="4513320"/>
            <a:ext cx="1027800" cy="1027080"/>
          </a:xfrm>
          <a:custGeom>
            <a:avLst/>
            <a:gdLst>
              <a:gd name="textAreaLeft" fmla="*/ 0 w 1027800"/>
              <a:gd name="textAreaRight" fmla="*/ 1028160 w 1027800"/>
              <a:gd name="textAreaTop" fmla="*/ 0 h 1027080"/>
              <a:gd name="textAreaBottom" fmla="*/ 1027440 h 10270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Google Shape;12;p2"/>
          <p:cNvSpPr/>
          <p:nvPr/>
        </p:nvSpPr>
        <p:spPr>
          <a:xfrm rot="610200" flipH="1">
            <a:off x="814320" y="222120"/>
            <a:ext cx="327960" cy="327960"/>
          </a:xfrm>
          <a:custGeom>
            <a:avLst/>
            <a:gdLst>
              <a:gd name="textAreaLeft" fmla="*/ -360 w 327960"/>
              <a:gd name="textAreaRight" fmla="*/ 327960 w 327960"/>
              <a:gd name="textAreaTop" fmla="*/ 0 h 327960"/>
              <a:gd name="textAreaBottom" fmla="*/ 328320 h 32796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Google Shape;13;p2"/>
          <p:cNvSpPr/>
          <p:nvPr/>
        </p:nvSpPr>
        <p:spPr>
          <a:xfrm rot="610200" flipH="1">
            <a:off x="263880" y="445680"/>
            <a:ext cx="513000" cy="512640"/>
          </a:xfrm>
          <a:custGeom>
            <a:avLst/>
            <a:gdLst>
              <a:gd name="textAreaLeft" fmla="*/ -360 w 513000"/>
              <a:gd name="textAreaRight" fmla="*/ 513000 w 513000"/>
              <a:gd name="textAreaTop" fmla="*/ 0 h 512640"/>
              <a:gd name="textAreaBottom" fmla="*/ 513000 h 51264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44;p20"/>
          <p:cNvSpPr/>
          <p:nvPr/>
        </p:nvSpPr>
        <p:spPr>
          <a:xfrm rot="1251000" flipH="1">
            <a:off x="-428400" y="623520"/>
            <a:ext cx="1132200" cy="1131480"/>
          </a:xfrm>
          <a:custGeom>
            <a:avLst/>
            <a:gdLst>
              <a:gd name="textAreaLeft" fmla="*/ -360 w 1132200"/>
              <a:gd name="textAreaRight" fmla="*/ 1132200 w 1132200"/>
              <a:gd name="textAreaTop" fmla="*/ 0 h 1131480"/>
              <a:gd name="textAreaBottom" fmla="*/ 1131840 h 11314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Google Shape;145;p20"/>
          <p:cNvSpPr/>
          <p:nvPr/>
        </p:nvSpPr>
        <p:spPr>
          <a:xfrm rot="1251000" flipH="1">
            <a:off x="535680" y="97560"/>
            <a:ext cx="671760" cy="672480"/>
          </a:xfrm>
          <a:custGeom>
            <a:avLst/>
            <a:gdLst>
              <a:gd name="textAreaLeft" fmla="*/ 360 w 671760"/>
              <a:gd name="textAreaRight" fmla="*/ 672480 w 671760"/>
              <a:gd name="textAreaTop" fmla="*/ 0 h 672480"/>
              <a:gd name="textAreaBottom" fmla="*/ 672840 h 67248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Google Shape;146;p20"/>
          <p:cNvSpPr/>
          <p:nvPr/>
        </p:nvSpPr>
        <p:spPr>
          <a:xfrm rot="940800" flipH="1">
            <a:off x="-546120" y="1864080"/>
            <a:ext cx="1364760" cy="1364040"/>
          </a:xfrm>
          <a:custGeom>
            <a:avLst/>
            <a:gdLst>
              <a:gd name="textAreaLeft" fmla="*/ -360 w 1364760"/>
              <a:gd name="textAreaRight" fmla="*/ 1364760 w 1364760"/>
              <a:gd name="textAreaTop" fmla="*/ 0 h 1364040"/>
              <a:gd name="textAreaBottom" fmla="*/ 1364400 h 136404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Google Shape;147;p20"/>
          <p:cNvSpPr/>
          <p:nvPr/>
        </p:nvSpPr>
        <p:spPr>
          <a:xfrm rot="1251000" flipH="1">
            <a:off x="1356840" y="141120"/>
            <a:ext cx="531360" cy="532080"/>
          </a:xfrm>
          <a:custGeom>
            <a:avLst/>
            <a:gdLst>
              <a:gd name="textAreaLeft" fmla="*/ 360 w 531360"/>
              <a:gd name="textAreaRight" fmla="*/ 532080 w 531360"/>
              <a:gd name="textAreaTop" fmla="*/ 0 h 532080"/>
              <a:gd name="textAreaBottom" fmla="*/ 532440 h 53208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Google Shape;148;p20"/>
          <p:cNvSpPr/>
          <p:nvPr/>
        </p:nvSpPr>
        <p:spPr>
          <a:xfrm rot="21289800" flipH="1">
            <a:off x="528840" y="2863080"/>
            <a:ext cx="1364760" cy="1363680"/>
          </a:xfrm>
          <a:custGeom>
            <a:avLst/>
            <a:gdLst>
              <a:gd name="textAreaLeft" fmla="*/ -360 w 1364760"/>
              <a:gd name="textAreaRight" fmla="*/ 1364760 w 1364760"/>
              <a:gd name="textAreaTop" fmla="*/ 0 h 1363680"/>
              <a:gd name="textAreaBottom" fmla="*/ 1364040 h 13636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Google Shape;149;p20"/>
          <p:cNvSpPr/>
          <p:nvPr/>
        </p:nvSpPr>
        <p:spPr>
          <a:xfrm rot="21289800" flipH="1">
            <a:off x="-134640" y="4255560"/>
            <a:ext cx="1706760" cy="1705680"/>
          </a:xfrm>
          <a:custGeom>
            <a:avLst/>
            <a:gdLst>
              <a:gd name="textAreaLeft" fmla="*/ -360 w 1706760"/>
              <a:gd name="textAreaRight" fmla="*/ 1706760 w 1706760"/>
              <a:gd name="textAreaTop" fmla="*/ 0 h 1705680"/>
              <a:gd name="textAreaBottom" fmla="*/ 1706040 h 17056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1;p21"/>
          <p:cNvSpPr/>
          <p:nvPr/>
        </p:nvSpPr>
        <p:spPr>
          <a:xfrm rot="9549000">
            <a:off x="-352080" y="3213360"/>
            <a:ext cx="1132200" cy="1131480"/>
          </a:xfrm>
          <a:custGeom>
            <a:avLst/>
            <a:gdLst>
              <a:gd name="textAreaLeft" fmla="*/ 0 w 1132200"/>
              <a:gd name="textAreaRight" fmla="*/ 1132560 w 1132200"/>
              <a:gd name="textAreaTop" fmla="*/ 0 h 1131480"/>
              <a:gd name="textAreaBottom" fmla="*/ 1131840 h 11314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Google Shape;152;p21"/>
          <p:cNvSpPr/>
          <p:nvPr/>
        </p:nvSpPr>
        <p:spPr>
          <a:xfrm rot="9549000">
            <a:off x="613080" y="4197960"/>
            <a:ext cx="671760" cy="672840"/>
          </a:xfrm>
          <a:custGeom>
            <a:avLst/>
            <a:gdLst>
              <a:gd name="textAreaLeft" fmla="*/ 0 w 671760"/>
              <a:gd name="textAreaRight" fmla="*/ 672120 w 671760"/>
              <a:gd name="textAreaTop" fmla="*/ 0 h 672840"/>
              <a:gd name="textAreaBottom" fmla="*/ 673200 h 67284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Google Shape;153;p21"/>
          <p:cNvSpPr/>
          <p:nvPr/>
        </p:nvSpPr>
        <p:spPr>
          <a:xfrm rot="9859200">
            <a:off x="-468360" y="1739520"/>
            <a:ext cx="1364760" cy="1364040"/>
          </a:xfrm>
          <a:custGeom>
            <a:avLst/>
            <a:gdLst>
              <a:gd name="textAreaLeft" fmla="*/ 0 w 1364760"/>
              <a:gd name="textAreaRight" fmla="*/ 1365120 w 1364760"/>
              <a:gd name="textAreaTop" fmla="*/ 0 h 1364040"/>
              <a:gd name="textAreaBottom" fmla="*/ 1364400 h 136404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Google Shape;154;p21"/>
          <p:cNvSpPr/>
          <p:nvPr/>
        </p:nvSpPr>
        <p:spPr>
          <a:xfrm rot="9549000">
            <a:off x="1434600" y="4295520"/>
            <a:ext cx="531360" cy="532080"/>
          </a:xfrm>
          <a:custGeom>
            <a:avLst/>
            <a:gdLst>
              <a:gd name="textAreaLeft" fmla="*/ 0 w 531360"/>
              <a:gd name="textAreaRight" fmla="*/ 531720 w 531360"/>
              <a:gd name="textAreaTop" fmla="*/ 0 h 532080"/>
              <a:gd name="textAreaBottom" fmla="*/ 532440 h 53208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Google Shape;155;p21"/>
          <p:cNvSpPr/>
          <p:nvPr/>
        </p:nvSpPr>
        <p:spPr>
          <a:xfrm rot="11110200">
            <a:off x="605520" y="740880"/>
            <a:ext cx="1364760" cy="1364040"/>
          </a:xfrm>
          <a:custGeom>
            <a:avLst/>
            <a:gdLst>
              <a:gd name="textAreaLeft" fmla="*/ 0 w 1364760"/>
              <a:gd name="textAreaRight" fmla="*/ 1365120 w 1364760"/>
              <a:gd name="textAreaTop" fmla="*/ 0 h 1364040"/>
              <a:gd name="textAreaBottom" fmla="*/ 1364400 h 136404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Google Shape;156;p21"/>
          <p:cNvSpPr/>
          <p:nvPr/>
        </p:nvSpPr>
        <p:spPr>
          <a:xfrm rot="11110200">
            <a:off x="-56880" y="-992520"/>
            <a:ext cx="1706760" cy="1705680"/>
          </a:xfrm>
          <a:custGeom>
            <a:avLst/>
            <a:gdLst>
              <a:gd name="textAreaLeft" fmla="*/ 0 w 1706760"/>
              <a:gd name="textAreaRight" fmla="*/ 1707120 w 1706760"/>
              <a:gd name="textAreaTop" fmla="*/ 0 h 1705680"/>
              <a:gd name="textAreaBottom" fmla="*/ 1706040 h 17056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158;p22"/>
          <p:cNvSpPr/>
          <p:nvPr/>
        </p:nvSpPr>
        <p:spPr>
          <a:xfrm rot="14949000">
            <a:off x="3597840" y="-694080"/>
            <a:ext cx="1132200" cy="1131480"/>
          </a:xfrm>
          <a:custGeom>
            <a:avLst/>
            <a:gdLst>
              <a:gd name="textAreaLeft" fmla="*/ 0 w 1132200"/>
              <a:gd name="textAreaRight" fmla="*/ 1132560 w 1132200"/>
              <a:gd name="textAreaTop" fmla="*/ 0 h 1131480"/>
              <a:gd name="textAreaBottom" fmla="*/ 1131840 h 11314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Google Shape;159;p22"/>
          <p:cNvSpPr/>
          <p:nvPr/>
        </p:nvSpPr>
        <p:spPr>
          <a:xfrm rot="14949000">
            <a:off x="3072960" y="270000"/>
            <a:ext cx="671760" cy="672840"/>
          </a:xfrm>
          <a:custGeom>
            <a:avLst/>
            <a:gdLst>
              <a:gd name="textAreaLeft" fmla="*/ 0 w 671760"/>
              <a:gd name="textAreaRight" fmla="*/ 672120 w 671760"/>
              <a:gd name="textAreaTop" fmla="*/ 0 h 672840"/>
              <a:gd name="textAreaBottom" fmla="*/ 673200 h 67284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Google Shape;160;p22"/>
          <p:cNvSpPr/>
          <p:nvPr/>
        </p:nvSpPr>
        <p:spPr>
          <a:xfrm rot="15259200">
            <a:off x="4839120" y="-810720"/>
            <a:ext cx="1364760" cy="1364040"/>
          </a:xfrm>
          <a:custGeom>
            <a:avLst/>
            <a:gdLst>
              <a:gd name="textAreaLeft" fmla="*/ 0 w 1364760"/>
              <a:gd name="textAreaRight" fmla="*/ 1365120 w 1364760"/>
              <a:gd name="textAreaTop" fmla="*/ 0 h 1364040"/>
              <a:gd name="textAreaBottom" fmla="*/ 1364400 h 136404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Google Shape;161;p22"/>
          <p:cNvSpPr/>
          <p:nvPr/>
        </p:nvSpPr>
        <p:spPr>
          <a:xfrm rot="14949000">
            <a:off x="2506320" y="187560"/>
            <a:ext cx="531360" cy="532080"/>
          </a:xfrm>
          <a:custGeom>
            <a:avLst/>
            <a:gdLst>
              <a:gd name="textAreaLeft" fmla="*/ 0 w 531360"/>
              <a:gd name="textAreaRight" fmla="*/ 531720 w 531360"/>
              <a:gd name="textAreaTop" fmla="*/ 0 h 532080"/>
              <a:gd name="textAreaBottom" fmla="*/ 532440 h 53208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Google Shape;162;p22"/>
          <p:cNvSpPr/>
          <p:nvPr/>
        </p:nvSpPr>
        <p:spPr>
          <a:xfrm rot="16510200">
            <a:off x="5837760" y="263160"/>
            <a:ext cx="1364760" cy="1364040"/>
          </a:xfrm>
          <a:custGeom>
            <a:avLst/>
            <a:gdLst>
              <a:gd name="textAreaLeft" fmla="*/ 0 w 1364760"/>
              <a:gd name="textAreaRight" fmla="*/ 1365120 w 1364760"/>
              <a:gd name="textAreaTop" fmla="*/ 0 h 1364040"/>
              <a:gd name="textAreaBottom" fmla="*/ 1364400 h 136404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Google Shape;163;p22"/>
          <p:cNvSpPr/>
          <p:nvPr/>
        </p:nvSpPr>
        <p:spPr>
          <a:xfrm rot="16510200">
            <a:off x="7230240" y="-399240"/>
            <a:ext cx="1706760" cy="1705680"/>
          </a:xfrm>
          <a:custGeom>
            <a:avLst/>
            <a:gdLst>
              <a:gd name="textAreaLeft" fmla="*/ 0 w 1706760"/>
              <a:gd name="textAreaRight" fmla="*/ 1707120 w 1706760"/>
              <a:gd name="textAreaTop" fmla="*/ 0 h 1705680"/>
              <a:gd name="textAreaBottom" fmla="*/ 1706040 h 17056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165;p23"/>
          <p:cNvSpPr/>
          <p:nvPr/>
        </p:nvSpPr>
        <p:spPr>
          <a:xfrm rot="4149000">
            <a:off x="4232160" y="4717080"/>
            <a:ext cx="1132200" cy="1131480"/>
          </a:xfrm>
          <a:custGeom>
            <a:avLst/>
            <a:gdLst>
              <a:gd name="textAreaLeft" fmla="*/ 0 w 1132200"/>
              <a:gd name="textAreaRight" fmla="*/ 1132560 w 1132200"/>
              <a:gd name="textAreaTop" fmla="*/ 0 h 1131480"/>
              <a:gd name="textAreaBottom" fmla="*/ 1131840 h 11314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Google Shape;166;p23"/>
          <p:cNvSpPr/>
          <p:nvPr/>
        </p:nvSpPr>
        <p:spPr>
          <a:xfrm rot="4149000">
            <a:off x="5217480" y="4211280"/>
            <a:ext cx="671760" cy="672840"/>
          </a:xfrm>
          <a:custGeom>
            <a:avLst/>
            <a:gdLst>
              <a:gd name="textAreaLeft" fmla="*/ 0 w 671760"/>
              <a:gd name="textAreaRight" fmla="*/ 672120 w 671760"/>
              <a:gd name="textAreaTop" fmla="*/ 0 h 672840"/>
              <a:gd name="textAreaBottom" fmla="*/ 673200 h 67284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Google Shape;167;p23"/>
          <p:cNvSpPr/>
          <p:nvPr/>
        </p:nvSpPr>
        <p:spPr>
          <a:xfrm rot="4459200">
            <a:off x="2758320" y="4601160"/>
            <a:ext cx="1364760" cy="1364040"/>
          </a:xfrm>
          <a:custGeom>
            <a:avLst/>
            <a:gdLst>
              <a:gd name="textAreaLeft" fmla="*/ 0 w 1364760"/>
              <a:gd name="textAreaRight" fmla="*/ 1365120 w 1364760"/>
              <a:gd name="textAreaTop" fmla="*/ 0 h 1364040"/>
              <a:gd name="textAreaBottom" fmla="*/ 1364400 h 136404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Google Shape;168;p23"/>
          <p:cNvSpPr/>
          <p:nvPr/>
        </p:nvSpPr>
        <p:spPr>
          <a:xfrm rot="4149000">
            <a:off x="5924520" y="4434480"/>
            <a:ext cx="531360" cy="532080"/>
          </a:xfrm>
          <a:custGeom>
            <a:avLst/>
            <a:gdLst>
              <a:gd name="textAreaLeft" fmla="*/ 0 w 531360"/>
              <a:gd name="textAreaRight" fmla="*/ 531720 w 531360"/>
              <a:gd name="textAreaTop" fmla="*/ 0 h 532080"/>
              <a:gd name="textAreaBottom" fmla="*/ 532440 h 53208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Google Shape;169;p23"/>
          <p:cNvSpPr/>
          <p:nvPr/>
        </p:nvSpPr>
        <p:spPr>
          <a:xfrm rot="5710200">
            <a:off x="1759680" y="3526920"/>
            <a:ext cx="1364760" cy="1364040"/>
          </a:xfrm>
          <a:custGeom>
            <a:avLst/>
            <a:gdLst>
              <a:gd name="textAreaLeft" fmla="*/ 0 w 1364760"/>
              <a:gd name="textAreaRight" fmla="*/ 1365120 w 1364760"/>
              <a:gd name="textAreaTop" fmla="*/ 0 h 1364040"/>
              <a:gd name="textAreaBottom" fmla="*/ 1364400 h 136404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Google Shape;170;p23"/>
          <p:cNvSpPr/>
          <p:nvPr/>
        </p:nvSpPr>
        <p:spPr>
          <a:xfrm rot="5710200">
            <a:off x="25560" y="3848040"/>
            <a:ext cx="1706760" cy="1705680"/>
          </a:xfrm>
          <a:custGeom>
            <a:avLst/>
            <a:gdLst>
              <a:gd name="textAreaLeft" fmla="*/ 0 w 1706760"/>
              <a:gd name="textAreaRight" fmla="*/ 1707120 w 1706760"/>
              <a:gd name="textAreaTop" fmla="*/ 0 h 1705680"/>
              <a:gd name="textAreaBottom" fmla="*/ 1706040 h 17056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body"/>
          </p:nvPr>
        </p:nvSpPr>
        <p:spPr>
          <a:xfrm>
            <a:off x="692640" y="1389600"/>
            <a:ext cx="775692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0492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30492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30492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30492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4" name="PlaceHolder 2"/>
          <p:cNvSpPr>
            <a:spLocks noGrp="1"/>
          </p:cNvSpPr>
          <p:nvPr>
            <p:ph type="title"/>
          </p:nvPr>
        </p:nvSpPr>
        <p:spPr>
          <a:xfrm>
            <a:off x="713160" y="359280"/>
            <a:ext cx="7736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5" name="Google Shape;44;p7"/>
          <p:cNvSpPr/>
          <p:nvPr/>
        </p:nvSpPr>
        <p:spPr>
          <a:xfrm rot="12051000" flipH="1">
            <a:off x="8388000" y="3588480"/>
            <a:ext cx="1132200" cy="1131480"/>
          </a:xfrm>
          <a:custGeom>
            <a:avLst/>
            <a:gdLst>
              <a:gd name="textAreaLeft" fmla="*/ -360 w 1132200"/>
              <a:gd name="textAreaRight" fmla="*/ 1132200 w 1132200"/>
              <a:gd name="textAreaTop" fmla="*/ 0 h 1131480"/>
              <a:gd name="textAreaBottom" fmla="*/ 1131840 h 11314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Google Shape;45;p7"/>
          <p:cNvSpPr/>
          <p:nvPr/>
        </p:nvSpPr>
        <p:spPr>
          <a:xfrm rot="12051000" flipH="1">
            <a:off x="7883280" y="4573440"/>
            <a:ext cx="671760" cy="672480"/>
          </a:xfrm>
          <a:custGeom>
            <a:avLst/>
            <a:gdLst>
              <a:gd name="textAreaLeft" fmla="*/ 360 w 671760"/>
              <a:gd name="textAreaRight" fmla="*/ 672480 w 671760"/>
              <a:gd name="textAreaTop" fmla="*/ 0 h 672480"/>
              <a:gd name="textAreaBottom" fmla="*/ 672840 h 67248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Google Shape;46;p7"/>
          <p:cNvSpPr/>
          <p:nvPr/>
        </p:nvSpPr>
        <p:spPr>
          <a:xfrm rot="12051000" flipH="1">
            <a:off x="7202160" y="4670280"/>
            <a:ext cx="531360" cy="532080"/>
          </a:xfrm>
          <a:custGeom>
            <a:avLst/>
            <a:gdLst>
              <a:gd name="textAreaLeft" fmla="*/ 360 w 531360"/>
              <a:gd name="textAreaRight" fmla="*/ 532080 w 531360"/>
              <a:gd name="textAreaTop" fmla="*/ 0 h 532080"/>
              <a:gd name="textAreaBottom" fmla="*/ 532440 h 53208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Google Shape;47;p7"/>
          <p:cNvSpPr/>
          <p:nvPr/>
        </p:nvSpPr>
        <p:spPr>
          <a:xfrm rot="1251000" flipH="1">
            <a:off x="-530280" y="532800"/>
            <a:ext cx="1132200" cy="1131480"/>
          </a:xfrm>
          <a:custGeom>
            <a:avLst/>
            <a:gdLst>
              <a:gd name="textAreaLeft" fmla="*/ -360 w 1132200"/>
              <a:gd name="textAreaRight" fmla="*/ 1132200 w 1132200"/>
              <a:gd name="textAreaTop" fmla="*/ 0 h 1131480"/>
              <a:gd name="textAreaBottom" fmla="*/ 1131840 h 11314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Google Shape;48;p7"/>
          <p:cNvSpPr/>
          <p:nvPr/>
        </p:nvSpPr>
        <p:spPr>
          <a:xfrm rot="1251000" flipH="1">
            <a:off x="433800" y="6840"/>
            <a:ext cx="671760" cy="672480"/>
          </a:xfrm>
          <a:custGeom>
            <a:avLst/>
            <a:gdLst>
              <a:gd name="textAreaLeft" fmla="*/ 360 w 671760"/>
              <a:gd name="textAreaRight" fmla="*/ 672480 w 671760"/>
              <a:gd name="textAreaTop" fmla="*/ 0 h 672480"/>
              <a:gd name="textAreaBottom" fmla="*/ 672840 h 67248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Google Shape;49;p7"/>
          <p:cNvSpPr/>
          <p:nvPr/>
        </p:nvSpPr>
        <p:spPr>
          <a:xfrm rot="1251000" flipH="1">
            <a:off x="1255320" y="50400"/>
            <a:ext cx="531360" cy="532080"/>
          </a:xfrm>
          <a:custGeom>
            <a:avLst/>
            <a:gdLst>
              <a:gd name="textAreaLeft" fmla="*/ 360 w 531360"/>
              <a:gd name="textAreaRight" fmla="*/ 532080 w 531360"/>
              <a:gd name="textAreaTop" fmla="*/ 0 h 532080"/>
              <a:gd name="textAreaBottom" fmla="*/ 532440 h 53208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36400" cy="4064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buNone/>
              <a:def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2" name="Google Shape;52;p8"/>
          <p:cNvSpPr/>
          <p:nvPr/>
        </p:nvSpPr>
        <p:spPr>
          <a:xfrm>
            <a:off x="8625960" y="968040"/>
            <a:ext cx="1132200" cy="1131480"/>
          </a:xfrm>
          <a:custGeom>
            <a:avLst/>
            <a:gdLst>
              <a:gd name="textAreaLeft" fmla="*/ 0 w 1132200"/>
              <a:gd name="textAreaRight" fmla="*/ 1132560 w 1132200"/>
              <a:gd name="textAreaTop" fmla="*/ 0 h 1131480"/>
              <a:gd name="textAreaBottom" fmla="*/ 1131840 h 11314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Google Shape;53;p8"/>
          <p:cNvSpPr/>
          <p:nvPr/>
        </p:nvSpPr>
        <p:spPr>
          <a:xfrm>
            <a:off x="8438040" y="230040"/>
            <a:ext cx="671760" cy="672840"/>
          </a:xfrm>
          <a:custGeom>
            <a:avLst/>
            <a:gdLst>
              <a:gd name="textAreaLeft" fmla="*/ 0 w 671760"/>
              <a:gd name="textAreaRight" fmla="*/ 672120 w 671760"/>
              <a:gd name="textAreaTop" fmla="*/ 0 h 672840"/>
              <a:gd name="textAreaBottom" fmla="*/ 673200 h 67284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Google Shape;54;p8"/>
          <p:cNvSpPr/>
          <p:nvPr/>
        </p:nvSpPr>
        <p:spPr>
          <a:xfrm rot="310200">
            <a:off x="8026920" y="2120400"/>
            <a:ext cx="1364760" cy="1364040"/>
          </a:xfrm>
          <a:custGeom>
            <a:avLst/>
            <a:gdLst>
              <a:gd name="textAreaLeft" fmla="*/ 0 w 1364760"/>
              <a:gd name="textAreaRight" fmla="*/ 1365120 w 1364760"/>
              <a:gd name="textAreaTop" fmla="*/ 0 h 1364040"/>
              <a:gd name="textAreaBottom" fmla="*/ 1364400 h 136404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Google Shape;55;p8"/>
          <p:cNvSpPr/>
          <p:nvPr/>
        </p:nvSpPr>
        <p:spPr>
          <a:xfrm>
            <a:off x="7787160" y="102960"/>
            <a:ext cx="531360" cy="532080"/>
          </a:xfrm>
          <a:custGeom>
            <a:avLst/>
            <a:gdLst>
              <a:gd name="textAreaLeft" fmla="*/ 0 w 531360"/>
              <a:gd name="textAreaRight" fmla="*/ 531720 w 531360"/>
              <a:gd name="textAreaTop" fmla="*/ 0 h 532080"/>
              <a:gd name="textAreaBottom" fmla="*/ 532440 h 53208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Google Shape;56;p8"/>
          <p:cNvSpPr/>
          <p:nvPr/>
        </p:nvSpPr>
        <p:spPr>
          <a:xfrm rot="310200">
            <a:off x="8347680" y="3512520"/>
            <a:ext cx="1706760" cy="1705680"/>
          </a:xfrm>
          <a:custGeom>
            <a:avLst/>
            <a:gdLst>
              <a:gd name="textAreaLeft" fmla="*/ 0 w 1706760"/>
              <a:gd name="textAreaRight" fmla="*/ 1707120 w 1706760"/>
              <a:gd name="textAreaTop" fmla="*/ 0 h 1705680"/>
              <a:gd name="textAreaBottom" fmla="*/ 1706040 h 17056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Google Shape;57;p8"/>
          <p:cNvSpPr/>
          <p:nvPr/>
        </p:nvSpPr>
        <p:spPr>
          <a:xfrm rot="10800000">
            <a:off x="-443880" y="3169800"/>
            <a:ext cx="1132200" cy="1131480"/>
          </a:xfrm>
          <a:custGeom>
            <a:avLst/>
            <a:gdLst>
              <a:gd name="textAreaLeft" fmla="*/ 0 w 1132200"/>
              <a:gd name="textAreaRight" fmla="*/ 1132560 w 1132200"/>
              <a:gd name="textAreaTop" fmla="*/ 0 h 1131480"/>
              <a:gd name="textAreaBottom" fmla="*/ 1131840 h 11314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Google Shape;58;p8"/>
          <p:cNvSpPr/>
          <p:nvPr/>
        </p:nvSpPr>
        <p:spPr>
          <a:xfrm rot="10800000">
            <a:off x="204840" y="4366440"/>
            <a:ext cx="671760" cy="672840"/>
          </a:xfrm>
          <a:custGeom>
            <a:avLst/>
            <a:gdLst>
              <a:gd name="textAreaLeft" fmla="*/ 0 w 671760"/>
              <a:gd name="textAreaRight" fmla="*/ 672120 w 671760"/>
              <a:gd name="textAreaTop" fmla="*/ 0 h 672840"/>
              <a:gd name="textAreaBottom" fmla="*/ 673200 h 67284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Google Shape;59;p8"/>
          <p:cNvSpPr/>
          <p:nvPr/>
        </p:nvSpPr>
        <p:spPr>
          <a:xfrm rot="11110200">
            <a:off x="-77040" y="1784520"/>
            <a:ext cx="1364760" cy="1364040"/>
          </a:xfrm>
          <a:custGeom>
            <a:avLst/>
            <a:gdLst>
              <a:gd name="textAreaLeft" fmla="*/ 0 w 1364760"/>
              <a:gd name="textAreaRight" fmla="*/ 1365120 w 1364760"/>
              <a:gd name="textAreaTop" fmla="*/ 0 h 1364040"/>
              <a:gd name="textAreaBottom" fmla="*/ 1364400 h 136404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Google Shape;60;p8"/>
          <p:cNvSpPr/>
          <p:nvPr/>
        </p:nvSpPr>
        <p:spPr>
          <a:xfrm rot="10800000">
            <a:off x="996120" y="4634280"/>
            <a:ext cx="531360" cy="532080"/>
          </a:xfrm>
          <a:custGeom>
            <a:avLst/>
            <a:gdLst>
              <a:gd name="textAreaLeft" fmla="*/ 0 w 531360"/>
              <a:gd name="textAreaRight" fmla="*/ 531720 w 531360"/>
              <a:gd name="textAreaTop" fmla="*/ 0 h 532080"/>
              <a:gd name="textAreaBottom" fmla="*/ 532440 h 53208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Google Shape;61;p8"/>
          <p:cNvSpPr/>
          <p:nvPr/>
        </p:nvSpPr>
        <p:spPr>
          <a:xfrm rot="11110200">
            <a:off x="-739800" y="50760"/>
            <a:ext cx="1706760" cy="1705680"/>
          </a:xfrm>
          <a:custGeom>
            <a:avLst/>
            <a:gdLst>
              <a:gd name="textAreaLeft" fmla="*/ 0 w 1706760"/>
              <a:gd name="textAreaRight" fmla="*/ 1707120 w 1706760"/>
              <a:gd name="textAreaTop" fmla="*/ 0 h 1705680"/>
              <a:gd name="textAreaBottom" fmla="*/ 1706040 h 17056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713160" y="3864600"/>
            <a:ext cx="7736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 hasCustomPrompt="1"/>
          </p:nvPr>
        </p:nvSpPr>
        <p:spPr>
          <a:xfrm>
            <a:off x="1981080" y="1106280"/>
            <a:ext cx="5181120" cy="1963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ctr">
              <a:lnSpc>
                <a:spcPct val="100000"/>
              </a:lnSpc>
              <a:buNone/>
              <a:defRPr lang="en-US" sz="12000" b="0" u="none" strike="noStrike">
                <a:solidFill>
                  <a:srgbClr val="FF8B7B"/>
                </a:solidFill>
                <a:effectLst/>
                <a:uFillTx/>
                <a:latin typeface="Hammersmith One"/>
                <a:ea typeface="Hammersmith One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12000" b="0" u="none" strike="noStrike">
                <a:solidFill>
                  <a:srgbClr val="FF8B7B"/>
                </a:solidFill>
                <a:effectLst/>
                <a:uFillTx/>
                <a:latin typeface="Hammersmith One"/>
                <a:ea typeface="Hammersmith One"/>
              </a:rPr>
              <a:t>xx%</a:t>
            </a:r>
            <a:endParaRPr lang="en-US" sz="12000" b="0" u="none" strike="noStrike">
              <a:solidFill>
                <a:srgbClr val="FF8B7B"/>
              </a:solidFill>
              <a:effectLst/>
              <a:uFillTx/>
              <a:latin typeface="Hammersmith One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2176560" y="3152160"/>
            <a:ext cx="4790520" cy="130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31752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31752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31752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5" name="Google Shape;74;p11"/>
          <p:cNvSpPr/>
          <p:nvPr/>
        </p:nvSpPr>
        <p:spPr>
          <a:xfrm>
            <a:off x="8625960" y="968040"/>
            <a:ext cx="1132200" cy="1131480"/>
          </a:xfrm>
          <a:custGeom>
            <a:avLst/>
            <a:gdLst>
              <a:gd name="textAreaLeft" fmla="*/ 0 w 1132200"/>
              <a:gd name="textAreaRight" fmla="*/ 1132560 w 1132200"/>
              <a:gd name="textAreaTop" fmla="*/ 0 h 1131480"/>
              <a:gd name="textAreaBottom" fmla="*/ 1131840 h 11314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Google Shape;75;p11"/>
          <p:cNvSpPr/>
          <p:nvPr/>
        </p:nvSpPr>
        <p:spPr>
          <a:xfrm>
            <a:off x="8438040" y="230040"/>
            <a:ext cx="671760" cy="672840"/>
          </a:xfrm>
          <a:custGeom>
            <a:avLst/>
            <a:gdLst>
              <a:gd name="textAreaLeft" fmla="*/ 0 w 671760"/>
              <a:gd name="textAreaRight" fmla="*/ 672120 w 671760"/>
              <a:gd name="textAreaTop" fmla="*/ 0 h 672840"/>
              <a:gd name="textAreaBottom" fmla="*/ 673200 h 67284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Google Shape;76;p11"/>
          <p:cNvSpPr/>
          <p:nvPr/>
        </p:nvSpPr>
        <p:spPr>
          <a:xfrm rot="310200">
            <a:off x="8026920" y="2120400"/>
            <a:ext cx="1364760" cy="1364040"/>
          </a:xfrm>
          <a:custGeom>
            <a:avLst/>
            <a:gdLst>
              <a:gd name="textAreaLeft" fmla="*/ 0 w 1364760"/>
              <a:gd name="textAreaRight" fmla="*/ 1365120 w 1364760"/>
              <a:gd name="textAreaTop" fmla="*/ 0 h 1364040"/>
              <a:gd name="textAreaBottom" fmla="*/ 1364400 h 136404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Google Shape;77;p11"/>
          <p:cNvSpPr/>
          <p:nvPr/>
        </p:nvSpPr>
        <p:spPr>
          <a:xfrm>
            <a:off x="7787160" y="102960"/>
            <a:ext cx="531360" cy="532080"/>
          </a:xfrm>
          <a:custGeom>
            <a:avLst/>
            <a:gdLst>
              <a:gd name="textAreaLeft" fmla="*/ 0 w 531360"/>
              <a:gd name="textAreaRight" fmla="*/ 531720 w 531360"/>
              <a:gd name="textAreaTop" fmla="*/ 0 h 532080"/>
              <a:gd name="textAreaBottom" fmla="*/ 532440 h 53208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Google Shape;78;p11"/>
          <p:cNvSpPr/>
          <p:nvPr/>
        </p:nvSpPr>
        <p:spPr>
          <a:xfrm rot="310200">
            <a:off x="8347680" y="3512520"/>
            <a:ext cx="1706760" cy="1705680"/>
          </a:xfrm>
          <a:custGeom>
            <a:avLst/>
            <a:gdLst>
              <a:gd name="textAreaLeft" fmla="*/ 0 w 1706760"/>
              <a:gd name="textAreaRight" fmla="*/ 1707120 w 1706760"/>
              <a:gd name="textAreaTop" fmla="*/ 0 h 1705680"/>
              <a:gd name="textAreaBottom" fmla="*/ 1706040 h 17056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Google Shape;79;p11"/>
          <p:cNvSpPr/>
          <p:nvPr/>
        </p:nvSpPr>
        <p:spPr>
          <a:xfrm flipH="1">
            <a:off x="-292320" y="2670840"/>
            <a:ext cx="1132200" cy="1131480"/>
          </a:xfrm>
          <a:custGeom>
            <a:avLst/>
            <a:gdLst>
              <a:gd name="textAreaLeft" fmla="*/ -360 w 1132200"/>
              <a:gd name="textAreaRight" fmla="*/ 1132200 w 1132200"/>
              <a:gd name="textAreaTop" fmla="*/ 0 h 1131480"/>
              <a:gd name="textAreaBottom" fmla="*/ 1131840 h 11314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Google Shape;80;p11"/>
          <p:cNvSpPr/>
          <p:nvPr/>
        </p:nvSpPr>
        <p:spPr>
          <a:xfrm flipH="1">
            <a:off x="356760" y="1932840"/>
            <a:ext cx="671760" cy="672840"/>
          </a:xfrm>
          <a:custGeom>
            <a:avLst/>
            <a:gdLst>
              <a:gd name="textAreaLeft" fmla="*/ 360 w 671760"/>
              <a:gd name="textAreaRight" fmla="*/ 672480 w 671760"/>
              <a:gd name="textAreaTop" fmla="*/ 0 h 672840"/>
              <a:gd name="textAreaBottom" fmla="*/ 673200 h 67284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Google Shape;81;p11"/>
          <p:cNvSpPr/>
          <p:nvPr/>
        </p:nvSpPr>
        <p:spPr>
          <a:xfrm rot="21289800" flipH="1">
            <a:off x="74520" y="3823200"/>
            <a:ext cx="1364760" cy="1363680"/>
          </a:xfrm>
          <a:custGeom>
            <a:avLst/>
            <a:gdLst>
              <a:gd name="textAreaLeft" fmla="*/ -360 w 1364760"/>
              <a:gd name="textAreaRight" fmla="*/ 1364760 w 1364760"/>
              <a:gd name="textAreaTop" fmla="*/ 0 h 1363680"/>
              <a:gd name="textAreaBottom" fmla="*/ 1364040 h 13636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82;p11"/>
          <p:cNvSpPr/>
          <p:nvPr/>
        </p:nvSpPr>
        <p:spPr>
          <a:xfrm flipH="1">
            <a:off x="1147680" y="1805760"/>
            <a:ext cx="531360" cy="532080"/>
          </a:xfrm>
          <a:custGeom>
            <a:avLst/>
            <a:gdLst>
              <a:gd name="textAreaLeft" fmla="*/ 360 w 531360"/>
              <a:gd name="textAreaRight" fmla="*/ 532080 w 531360"/>
              <a:gd name="textAreaTop" fmla="*/ 0 h 532080"/>
              <a:gd name="textAreaBottom" fmla="*/ 532440 h 53208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720000" y="2485440"/>
            <a:ext cx="2697480" cy="906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buNone/>
              <a:defRPr lang="en-US" sz="3800" b="0" u="none" strike="noStrike">
                <a:solidFill>
                  <a:schemeClr val="accent3"/>
                </a:solidFill>
                <a:effectLst/>
                <a:uFillTx/>
                <a:latin typeface="Hammersmith One"/>
              </a:defRPr>
            </a:lvl1pPr>
          </a:lstStyle>
          <a:p>
            <a:pPr indent="0" algn="l">
              <a:buNone/>
            </a:pPr>
            <a:r>
              <a:rPr lang="en-US" sz="3800" b="0" u="none" strike="noStrike">
                <a:solidFill>
                  <a:schemeClr val="accent3"/>
                </a:solidFill>
                <a:effectLst/>
                <a:uFillTx/>
                <a:latin typeface="Hammersmith One"/>
              </a:rPr>
              <a:t>Click to edit the title text format</a:t>
            </a:r>
          </a:p>
        </p:txBody>
      </p:sp>
      <p:sp>
        <p:nvSpPr>
          <p:cNvPr id="65" name="PlaceHolder 2"/>
          <p:cNvSpPr>
            <a:spLocks noGrp="1"/>
          </p:cNvSpPr>
          <p:nvPr>
            <p:ph type="title" hasCustomPrompt="1"/>
          </p:nvPr>
        </p:nvSpPr>
        <p:spPr>
          <a:xfrm>
            <a:off x="720000" y="837360"/>
            <a:ext cx="1554480" cy="1053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6000" b="0" u="none" strike="noStrike">
                <a:solidFill>
                  <a:schemeClr val="accent3"/>
                </a:solidFill>
                <a:effectLst/>
                <a:uFillTx/>
                <a:latin typeface="Hammersmith One"/>
                <a:ea typeface="Hammersmith One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6000" b="0" u="none" strike="noStrike">
                <a:solidFill>
                  <a:schemeClr val="accent3"/>
                </a:solidFill>
                <a:effectLst/>
                <a:uFillTx/>
                <a:latin typeface="Hammersmith One"/>
                <a:ea typeface="Hammersmith One"/>
              </a:rPr>
              <a:t>xx%</a:t>
            </a:r>
            <a:endParaRPr lang="en-US" sz="6000" b="0" u="none" strike="noStrike">
              <a:solidFill>
                <a:schemeClr val="accent3"/>
              </a:solidFill>
              <a:effectLst/>
              <a:uFillTx/>
              <a:latin typeface="Hammersmith One"/>
            </a:endParaRPr>
          </a:p>
        </p:txBody>
      </p:sp>
      <p:sp>
        <p:nvSpPr>
          <p:cNvPr id="66" name="Google Shape;88;p13"/>
          <p:cNvSpPr/>
          <p:nvPr/>
        </p:nvSpPr>
        <p:spPr>
          <a:xfrm rot="11110200">
            <a:off x="-114840" y="-277920"/>
            <a:ext cx="1027800" cy="1027080"/>
          </a:xfrm>
          <a:custGeom>
            <a:avLst/>
            <a:gdLst>
              <a:gd name="textAreaLeft" fmla="*/ 0 w 1027800"/>
              <a:gd name="textAreaRight" fmla="*/ 1028160 w 1027800"/>
              <a:gd name="textAreaTop" fmla="*/ 0 h 1027080"/>
              <a:gd name="textAreaBottom" fmla="*/ 1027440 h 10270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 hasCustomPrompt="1"/>
          </p:nvPr>
        </p:nvSpPr>
        <p:spPr>
          <a:xfrm>
            <a:off x="1531800" y="1197000"/>
            <a:ext cx="1109520" cy="371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defRPr lang="en-US" sz="2000" b="0" u="none" strike="noStrike">
                <a:solidFill>
                  <a:schemeClr val="accent3"/>
                </a:solidFill>
                <a:effectLst/>
                <a:uFillTx/>
                <a:latin typeface="Hammersmith One"/>
                <a:ea typeface="Hammersmith One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accent3"/>
                </a:solidFill>
                <a:effectLst/>
                <a:uFillTx/>
                <a:latin typeface="Hammersmith One"/>
                <a:ea typeface="Hammersmith One"/>
              </a:rPr>
              <a:t>xx%</a:t>
            </a:r>
            <a:endParaRPr lang="en-US" sz="2000" b="0" u="none" strike="noStrike">
              <a:solidFill>
                <a:schemeClr val="accent3"/>
              </a:solidFill>
              <a:effectLst/>
              <a:uFillTx/>
              <a:latin typeface="Hammersmith One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title" hasCustomPrompt="1"/>
          </p:nvPr>
        </p:nvSpPr>
        <p:spPr>
          <a:xfrm>
            <a:off x="3999240" y="1197000"/>
            <a:ext cx="1109520" cy="371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defRPr lang="en-US" sz="2000" b="0" u="none" strike="noStrike">
                <a:solidFill>
                  <a:schemeClr val="accent3"/>
                </a:solidFill>
                <a:effectLst/>
                <a:uFillTx/>
                <a:latin typeface="Hammersmith One"/>
                <a:ea typeface="Hammersmith One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accent3"/>
                </a:solidFill>
                <a:effectLst/>
                <a:uFillTx/>
                <a:latin typeface="Hammersmith One"/>
                <a:ea typeface="Hammersmith One"/>
              </a:rPr>
              <a:t>xx%</a:t>
            </a:r>
            <a:endParaRPr lang="en-US" sz="2000" b="0" u="none" strike="noStrike">
              <a:solidFill>
                <a:schemeClr val="accent3"/>
              </a:solidFill>
              <a:effectLst/>
              <a:uFillTx/>
              <a:latin typeface="Hammersmith One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title" hasCustomPrompt="1"/>
          </p:nvPr>
        </p:nvSpPr>
        <p:spPr>
          <a:xfrm>
            <a:off x="6497280" y="1197000"/>
            <a:ext cx="1109520" cy="371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defRPr lang="en-US" sz="2000" b="0" u="none" strike="noStrike">
                <a:solidFill>
                  <a:schemeClr val="accent3"/>
                </a:solidFill>
                <a:effectLst/>
                <a:uFillTx/>
                <a:latin typeface="Hammersmith One"/>
                <a:ea typeface="Hammersmith One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accent3"/>
                </a:solidFill>
                <a:effectLst/>
                <a:uFillTx/>
                <a:latin typeface="Hammersmith One"/>
                <a:ea typeface="Hammersmith One"/>
              </a:rPr>
              <a:t>xx%</a:t>
            </a:r>
            <a:endParaRPr lang="en-US" sz="2000" b="0" u="none" strike="noStrike">
              <a:solidFill>
                <a:schemeClr val="accent3"/>
              </a:solidFill>
              <a:effectLst/>
              <a:uFillTx/>
              <a:latin typeface="Hammersmith One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title" hasCustomPrompt="1"/>
          </p:nvPr>
        </p:nvSpPr>
        <p:spPr>
          <a:xfrm>
            <a:off x="1531800" y="2987640"/>
            <a:ext cx="1109520" cy="371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defRPr lang="en-US" sz="2000" b="0" u="none" strike="noStrike">
                <a:solidFill>
                  <a:schemeClr val="accent3"/>
                </a:solidFill>
                <a:effectLst/>
                <a:uFillTx/>
                <a:latin typeface="Hammersmith One"/>
                <a:ea typeface="Hammersmith One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accent3"/>
                </a:solidFill>
                <a:effectLst/>
                <a:uFillTx/>
                <a:latin typeface="Hammersmith One"/>
                <a:ea typeface="Hammersmith One"/>
              </a:rPr>
              <a:t>xx%</a:t>
            </a:r>
            <a:endParaRPr lang="en-US" sz="2000" b="0" u="none" strike="noStrike">
              <a:solidFill>
                <a:schemeClr val="accent3"/>
              </a:solidFill>
              <a:effectLst/>
              <a:uFillTx/>
              <a:latin typeface="Hammersmith One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title" hasCustomPrompt="1"/>
          </p:nvPr>
        </p:nvSpPr>
        <p:spPr>
          <a:xfrm>
            <a:off x="3999240" y="2987640"/>
            <a:ext cx="1109520" cy="371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defRPr lang="en-US" sz="2000" b="0" u="none" strike="noStrike">
                <a:solidFill>
                  <a:schemeClr val="accent3"/>
                </a:solidFill>
                <a:effectLst/>
                <a:uFillTx/>
                <a:latin typeface="Hammersmith One"/>
                <a:ea typeface="Hammersmith One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accent3"/>
                </a:solidFill>
                <a:effectLst/>
                <a:uFillTx/>
                <a:latin typeface="Hammersmith One"/>
                <a:ea typeface="Hammersmith One"/>
              </a:rPr>
              <a:t>xx%</a:t>
            </a:r>
            <a:endParaRPr lang="en-US" sz="2000" b="0" u="none" strike="noStrike">
              <a:solidFill>
                <a:schemeClr val="accent3"/>
              </a:solidFill>
              <a:effectLst/>
              <a:uFillTx/>
              <a:latin typeface="Hammersmith One"/>
            </a:endParaRPr>
          </a:p>
        </p:txBody>
      </p:sp>
      <p:sp>
        <p:nvSpPr>
          <p:cNvPr id="73" name="PlaceHolder 6"/>
          <p:cNvSpPr>
            <a:spLocks noGrp="1"/>
          </p:cNvSpPr>
          <p:nvPr>
            <p:ph type="title" hasCustomPrompt="1"/>
          </p:nvPr>
        </p:nvSpPr>
        <p:spPr>
          <a:xfrm>
            <a:off x="6497280" y="2987640"/>
            <a:ext cx="1109520" cy="371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defRPr lang="en-US" sz="2000" b="0" u="none" strike="noStrike">
                <a:solidFill>
                  <a:schemeClr val="accent3"/>
                </a:solidFill>
                <a:effectLst/>
                <a:uFillTx/>
                <a:latin typeface="Hammersmith One"/>
                <a:ea typeface="Hammersmith One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accent3"/>
                </a:solidFill>
                <a:effectLst/>
                <a:uFillTx/>
                <a:latin typeface="Hammersmith One"/>
                <a:ea typeface="Hammersmith One"/>
              </a:rPr>
              <a:t>xx%</a:t>
            </a:r>
            <a:endParaRPr lang="en-US" sz="2000" b="0" u="none" strike="noStrike">
              <a:solidFill>
                <a:schemeClr val="accent3"/>
              </a:solidFill>
              <a:effectLst/>
              <a:uFillTx/>
              <a:latin typeface="Hammersmith One"/>
            </a:endParaRPr>
          </a:p>
        </p:txBody>
      </p:sp>
      <p:sp>
        <p:nvSpPr>
          <p:cNvPr id="74" name="PlaceHolder 7"/>
          <p:cNvSpPr>
            <a:spLocks noGrp="1"/>
          </p:cNvSpPr>
          <p:nvPr>
            <p:ph type="title"/>
          </p:nvPr>
        </p:nvSpPr>
        <p:spPr>
          <a:xfrm>
            <a:off x="713160" y="359280"/>
            <a:ext cx="7736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3000" b="0" u="none" strike="noStrike">
                <a:solidFill>
                  <a:schemeClr val="accent3"/>
                </a:solidFill>
                <a:effectLst/>
                <a:uFillTx/>
                <a:latin typeface="Hammersmith One"/>
              </a:defRPr>
            </a:lvl1pPr>
          </a:lstStyle>
          <a:p>
            <a:pPr indent="0" algn="l">
              <a:buNone/>
            </a:pPr>
            <a:r>
              <a:rPr lang="en-US" sz="3000" b="0" u="none" strike="noStrike">
                <a:solidFill>
                  <a:schemeClr val="accent3"/>
                </a:solidFill>
                <a:effectLst/>
                <a:uFillTx/>
                <a:latin typeface="Hammersmith One"/>
              </a:rPr>
              <a:t>Click to edit the title text format</a:t>
            </a:r>
          </a:p>
        </p:txBody>
      </p:sp>
      <p:grpSp>
        <p:nvGrpSpPr>
          <p:cNvPr id="75" name="Google Shape;109;p14"/>
          <p:cNvGrpSpPr/>
          <p:nvPr/>
        </p:nvGrpSpPr>
        <p:grpSpPr>
          <a:xfrm>
            <a:off x="157320" y="267120"/>
            <a:ext cx="890640" cy="1080720"/>
            <a:chOff x="157320" y="267120"/>
            <a:chExt cx="890640" cy="1080720"/>
          </a:xfrm>
        </p:grpSpPr>
        <p:sp>
          <p:nvSpPr>
            <p:cNvPr id="76" name="Google Shape;110;p14"/>
            <p:cNvSpPr/>
            <p:nvPr/>
          </p:nvSpPr>
          <p:spPr>
            <a:xfrm rot="396600" flipH="1">
              <a:off x="194040" y="632520"/>
              <a:ext cx="678240" cy="678240"/>
            </a:xfrm>
            <a:custGeom>
              <a:avLst/>
              <a:gdLst>
                <a:gd name="textAreaLeft" fmla="*/ 360 w 678240"/>
                <a:gd name="textAreaRight" fmla="*/ 678960 w 678240"/>
                <a:gd name="textAreaTop" fmla="*/ 0 h 678240"/>
                <a:gd name="textAreaBottom" fmla="*/ 678600 h 678240"/>
              </a:gdLst>
              <a:ahLst/>
              <a:cxnLst/>
              <a:rect l="textAreaLeft" t="textAreaTop" r="textAreaRight" b="textAreaBottom"/>
              <a:pathLst>
                <a:path w="45300" h="45267">
                  <a:moveTo>
                    <a:pt x="22629" y="6872"/>
                  </a:moveTo>
                  <a:cubicBezTo>
                    <a:pt x="26731" y="6872"/>
                    <a:pt x="30760" y="8466"/>
                    <a:pt x="33792" y="11476"/>
                  </a:cubicBezTo>
                  <a:cubicBezTo>
                    <a:pt x="38295" y="16012"/>
                    <a:pt x="39629" y="22784"/>
                    <a:pt x="37194" y="28688"/>
                  </a:cubicBezTo>
                  <a:cubicBezTo>
                    <a:pt x="34759" y="34559"/>
                    <a:pt x="29021" y="38428"/>
                    <a:pt x="22617" y="38428"/>
                  </a:cubicBezTo>
                  <a:lnTo>
                    <a:pt x="22617" y="38395"/>
                  </a:lnTo>
                  <a:cubicBezTo>
                    <a:pt x="13911" y="38395"/>
                    <a:pt x="6872" y="31356"/>
                    <a:pt x="6872" y="22650"/>
                  </a:cubicBezTo>
                  <a:cubicBezTo>
                    <a:pt x="6839" y="16279"/>
                    <a:pt x="10708" y="10508"/>
                    <a:pt x="16579" y="8073"/>
                  </a:cubicBezTo>
                  <a:cubicBezTo>
                    <a:pt x="18538" y="7265"/>
                    <a:pt x="20592" y="6872"/>
                    <a:pt x="22629" y="6872"/>
                  </a:cubicBezTo>
                  <a:close/>
                  <a:moveTo>
                    <a:pt x="20916" y="1"/>
                  </a:moveTo>
                  <a:lnTo>
                    <a:pt x="20315" y="2102"/>
                  </a:lnTo>
                  <a:cubicBezTo>
                    <a:pt x="19148" y="2236"/>
                    <a:pt x="18014" y="2469"/>
                    <a:pt x="16913" y="2769"/>
                  </a:cubicBezTo>
                  <a:lnTo>
                    <a:pt x="15545" y="1068"/>
                  </a:lnTo>
                  <a:lnTo>
                    <a:pt x="12376" y="2369"/>
                  </a:lnTo>
                  <a:lnTo>
                    <a:pt x="12643" y="4571"/>
                  </a:lnTo>
                  <a:cubicBezTo>
                    <a:pt x="11609" y="5104"/>
                    <a:pt x="10642" y="5771"/>
                    <a:pt x="9741" y="6472"/>
                  </a:cubicBezTo>
                  <a:lnTo>
                    <a:pt x="7806" y="5405"/>
                  </a:lnTo>
                  <a:lnTo>
                    <a:pt x="5405" y="7840"/>
                  </a:lnTo>
                  <a:lnTo>
                    <a:pt x="6472" y="9774"/>
                  </a:lnTo>
                  <a:cubicBezTo>
                    <a:pt x="5772" y="10675"/>
                    <a:pt x="5104" y="11642"/>
                    <a:pt x="4537" y="12643"/>
                  </a:cubicBezTo>
                  <a:lnTo>
                    <a:pt x="2369" y="12410"/>
                  </a:lnTo>
                  <a:lnTo>
                    <a:pt x="1068" y="15545"/>
                  </a:lnTo>
                  <a:lnTo>
                    <a:pt x="2769" y="16913"/>
                  </a:lnTo>
                  <a:cubicBezTo>
                    <a:pt x="2436" y="18047"/>
                    <a:pt x="2236" y="19181"/>
                    <a:pt x="2102" y="20315"/>
                  </a:cubicBezTo>
                  <a:lnTo>
                    <a:pt x="1" y="20916"/>
                  </a:lnTo>
                  <a:lnTo>
                    <a:pt x="1" y="24351"/>
                  </a:lnTo>
                  <a:lnTo>
                    <a:pt x="2102" y="24952"/>
                  </a:lnTo>
                  <a:cubicBezTo>
                    <a:pt x="2236" y="26086"/>
                    <a:pt x="2469" y="27220"/>
                    <a:pt x="2769" y="28354"/>
                  </a:cubicBezTo>
                  <a:lnTo>
                    <a:pt x="1068" y="29722"/>
                  </a:lnTo>
                  <a:lnTo>
                    <a:pt x="2369" y="32857"/>
                  </a:lnTo>
                  <a:lnTo>
                    <a:pt x="4537" y="32624"/>
                  </a:lnTo>
                  <a:cubicBezTo>
                    <a:pt x="5104" y="33625"/>
                    <a:pt x="5772" y="34592"/>
                    <a:pt x="6472" y="35493"/>
                  </a:cubicBezTo>
                  <a:lnTo>
                    <a:pt x="5405" y="37427"/>
                  </a:lnTo>
                  <a:lnTo>
                    <a:pt x="7840" y="39863"/>
                  </a:lnTo>
                  <a:lnTo>
                    <a:pt x="9774" y="38795"/>
                  </a:lnTo>
                  <a:cubicBezTo>
                    <a:pt x="10675" y="39496"/>
                    <a:pt x="11642" y="40163"/>
                    <a:pt x="12643" y="40730"/>
                  </a:cubicBezTo>
                  <a:lnTo>
                    <a:pt x="12410" y="42898"/>
                  </a:lnTo>
                  <a:lnTo>
                    <a:pt x="15545" y="44199"/>
                  </a:lnTo>
                  <a:lnTo>
                    <a:pt x="16913" y="42498"/>
                  </a:lnTo>
                  <a:cubicBezTo>
                    <a:pt x="18047" y="42798"/>
                    <a:pt x="19181" y="43031"/>
                    <a:pt x="20349" y="43165"/>
                  </a:cubicBezTo>
                  <a:lnTo>
                    <a:pt x="20916" y="45266"/>
                  </a:lnTo>
                  <a:lnTo>
                    <a:pt x="24318" y="45266"/>
                  </a:lnTo>
                  <a:lnTo>
                    <a:pt x="24952" y="43165"/>
                  </a:lnTo>
                  <a:cubicBezTo>
                    <a:pt x="26086" y="43031"/>
                    <a:pt x="27220" y="42798"/>
                    <a:pt x="28354" y="42498"/>
                  </a:cubicBezTo>
                  <a:lnTo>
                    <a:pt x="29722" y="44199"/>
                  </a:lnTo>
                  <a:lnTo>
                    <a:pt x="32858" y="42898"/>
                  </a:lnTo>
                  <a:lnTo>
                    <a:pt x="32624" y="40730"/>
                  </a:lnTo>
                  <a:cubicBezTo>
                    <a:pt x="33625" y="40163"/>
                    <a:pt x="34592" y="39496"/>
                    <a:pt x="35493" y="38795"/>
                  </a:cubicBezTo>
                  <a:lnTo>
                    <a:pt x="37427" y="39863"/>
                  </a:lnTo>
                  <a:lnTo>
                    <a:pt x="39863" y="37461"/>
                  </a:lnTo>
                  <a:lnTo>
                    <a:pt x="38795" y="35526"/>
                  </a:lnTo>
                  <a:cubicBezTo>
                    <a:pt x="39496" y="34625"/>
                    <a:pt x="40163" y="33658"/>
                    <a:pt x="40730" y="32657"/>
                  </a:cubicBezTo>
                  <a:lnTo>
                    <a:pt x="42898" y="32891"/>
                  </a:lnTo>
                  <a:lnTo>
                    <a:pt x="44199" y="29722"/>
                  </a:lnTo>
                  <a:lnTo>
                    <a:pt x="42498" y="28354"/>
                  </a:lnTo>
                  <a:cubicBezTo>
                    <a:pt x="42798" y="27253"/>
                    <a:pt x="43031" y="26119"/>
                    <a:pt x="43165" y="24952"/>
                  </a:cubicBezTo>
                  <a:lnTo>
                    <a:pt x="45300" y="24351"/>
                  </a:lnTo>
                  <a:lnTo>
                    <a:pt x="45300" y="20916"/>
                  </a:lnTo>
                  <a:lnTo>
                    <a:pt x="43165" y="20315"/>
                  </a:lnTo>
                  <a:cubicBezTo>
                    <a:pt x="43031" y="19181"/>
                    <a:pt x="42798" y="18047"/>
                    <a:pt x="42498" y="16913"/>
                  </a:cubicBezTo>
                  <a:lnTo>
                    <a:pt x="44199" y="15545"/>
                  </a:lnTo>
                  <a:lnTo>
                    <a:pt x="42898" y="12376"/>
                  </a:lnTo>
                  <a:lnTo>
                    <a:pt x="40730" y="12643"/>
                  </a:lnTo>
                  <a:cubicBezTo>
                    <a:pt x="40163" y="11642"/>
                    <a:pt x="39496" y="10675"/>
                    <a:pt x="38795" y="9774"/>
                  </a:cubicBezTo>
                  <a:lnTo>
                    <a:pt x="39863" y="7840"/>
                  </a:lnTo>
                  <a:lnTo>
                    <a:pt x="37427" y="5405"/>
                  </a:lnTo>
                  <a:lnTo>
                    <a:pt x="35493" y="6472"/>
                  </a:lnTo>
                  <a:cubicBezTo>
                    <a:pt x="34592" y="5771"/>
                    <a:pt x="33658" y="5104"/>
                    <a:pt x="32624" y="4571"/>
                  </a:cubicBezTo>
                  <a:lnTo>
                    <a:pt x="32891" y="2369"/>
                  </a:lnTo>
                  <a:lnTo>
                    <a:pt x="29722" y="1068"/>
                  </a:lnTo>
                  <a:lnTo>
                    <a:pt x="28354" y="2769"/>
                  </a:lnTo>
                  <a:cubicBezTo>
                    <a:pt x="27220" y="2469"/>
                    <a:pt x="26086" y="2236"/>
                    <a:pt x="24952" y="2102"/>
                  </a:cubicBezTo>
                  <a:lnTo>
                    <a:pt x="24318" y="1"/>
                  </a:lnTo>
                  <a:close/>
                </a:path>
              </a:pathLst>
            </a:custGeom>
            <a:solidFill>
              <a:srgbClr val="64B7A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Google Shape;111;p14"/>
            <p:cNvSpPr/>
            <p:nvPr/>
          </p:nvSpPr>
          <p:spPr>
            <a:xfrm rot="396600" flipH="1">
              <a:off x="685440" y="285480"/>
              <a:ext cx="343080" cy="343440"/>
            </a:xfrm>
            <a:custGeom>
              <a:avLst/>
              <a:gdLst>
                <a:gd name="textAreaLeft" fmla="*/ -360 w 343080"/>
                <a:gd name="textAreaRight" fmla="*/ 343080 w 343080"/>
                <a:gd name="textAreaTop" fmla="*/ 0 h 343440"/>
                <a:gd name="textAreaBottom" fmla="*/ 343800 h 343440"/>
              </a:gdLst>
              <a:ahLst/>
              <a:cxnLst/>
              <a:rect l="textAreaLeft" t="textAreaTop" r="textAreaRight" b="textAreaBottom"/>
              <a:pathLst>
                <a:path w="26887" h="26921">
                  <a:moveTo>
                    <a:pt x="13475" y="7342"/>
                  </a:moveTo>
                  <a:cubicBezTo>
                    <a:pt x="14975" y="7342"/>
                    <a:pt x="16504" y="7898"/>
                    <a:pt x="17747" y="9141"/>
                  </a:cubicBezTo>
                  <a:cubicBezTo>
                    <a:pt x="21583" y="12977"/>
                    <a:pt x="18881" y="19548"/>
                    <a:pt x="13443" y="19548"/>
                  </a:cubicBezTo>
                  <a:cubicBezTo>
                    <a:pt x="10074" y="19548"/>
                    <a:pt x="7339" y="16813"/>
                    <a:pt x="7339" y="13444"/>
                  </a:cubicBezTo>
                  <a:cubicBezTo>
                    <a:pt x="7339" y="9767"/>
                    <a:pt x="10343" y="7342"/>
                    <a:pt x="13475" y="7342"/>
                  </a:cubicBezTo>
                  <a:close/>
                  <a:moveTo>
                    <a:pt x="11209" y="1"/>
                  </a:moveTo>
                  <a:lnTo>
                    <a:pt x="9874" y="2102"/>
                  </a:lnTo>
                  <a:cubicBezTo>
                    <a:pt x="9107" y="2336"/>
                    <a:pt x="8407" y="2636"/>
                    <a:pt x="7739" y="3003"/>
                  </a:cubicBezTo>
                  <a:lnTo>
                    <a:pt x="5638" y="2569"/>
                  </a:lnTo>
                  <a:lnTo>
                    <a:pt x="2536" y="5672"/>
                  </a:lnTo>
                  <a:lnTo>
                    <a:pt x="3003" y="7740"/>
                  </a:lnTo>
                  <a:cubicBezTo>
                    <a:pt x="2602" y="8440"/>
                    <a:pt x="2302" y="9141"/>
                    <a:pt x="2069" y="9908"/>
                  </a:cubicBezTo>
                  <a:lnTo>
                    <a:pt x="1" y="11242"/>
                  </a:lnTo>
                  <a:lnTo>
                    <a:pt x="1" y="15645"/>
                  </a:lnTo>
                  <a:lnTo>
                    <a:pt x="2102" y="17013"/>
                  </a:lnTo>
                  <a:cubicBezTo>
                    <a:pt x="2336" y="17747"/>
                    <a:pt x="2636" y="18481"/>
                    <a:pt x="3003" y="19148"/>
                  </a:cubicBezTo>
                  <a:lnTo>
                    <a:pt x="2569" y="21249"/>
                  </a:lnTo>
                  <a:lnTo>
                    <a:pt x="5671" y="24352"/>
                  </a:lnTo>
                  <a:lnTo>
                    <a:pt x="7739" y="23918"/>
                  </a:lnTo>
                  <a:cubicBezTo>
                    <a:pt x="8440" y="24285"/>
                    <a:pt x="9140" y="24585"/>
                    <a:pt x="9908" y="24819"/>
                  </a:cubicBezTo>
                  <a:lnTo>
                    <a:pt x="11242" y="26920"/>
                  </a:lnTo>
                  <a:lnTo>
                    <a:pt x="15645" y="26920"/>
                  </a:lnTo>
                  <a:lnTo>
                    <a:pt x="16979" y="24819"/>
                  </a:lnTo>
                  <a:cubicBezTo>
                    <a:pt x="17713" y="24585"/>
                    <a:pt x="18447" y="24285"/>
                    <a:pt x="19114" y="23885"/>
                  </a:cubicBezTo>
                  <a:lnTo>
                    <a:pt x="21216" y="24352"/>
                  </a:lnTo>
                  <a:lnTo>
                    <a:pt x="24318" y="21249"/>
                  </a:lnTo>
                  <a:lnTo>
                    <a:pt x="23884" y="19148"/>
                  </a:lnTo>
                  <a:cubicBezTo>
                    <a:pt x="24251" y="18481"/>
                    <a:pt x="24551" y="17747"/>
                    <a:pt x="24785" y="17013"/>
                  </a:cubicBezTo>
                  <a:lnTo>
                    <a:pt x="26886" y="15645"/>
                  </a:lnTo>
                  <a:lnTo>
                    <a:pt x="26886" y="11242"/>
                  </a:lnTo>
                  <a:lnTo>
                    <a:pt x="24785" y="9908"/>
                  </a:lnTo>
                  <a:cubicBezTo>
                    <a:pt x="24551" y="9141"/>
                    <a:pt x="24251" y="8440"/>
                    <a:pt x="23884" y="7740"/>
                  </a:cubicBezTo>
                  <a:lnTo>
                    <a:pt x="24318" y="5672"/>
                  </a:lnTo>
                  <a:lnTo>
                    <a:pt x="21216" y="2569"/>
                  </a:lnTo>
                  <a:lnTo>
                    <a:pt x="19114" y="3003"/>
                  </a:lnTo>
                  <a:cubicBezTo>
                    <a:pt x="18447" y="2636"/>
                    <a:pt x="17713" y="2336"/>
                    <a:pt x="16979" y="2102"/>
                  </a:cubicBezTo>
                  <a:lnTo>
                    <a:pt x="15645" y="1"/>
                  </a:lnTo>
                  <a:close/>
                </a:path>
              </a:pathLst>
            </a:custGeom>
            <a:solidFill>
              <a:srgbClr val="7BD9C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8" name="Google Shape;112;p14"/>
          <p:cNvSpPr/>
          <p:nvPr/>
        </p:nvSpPr>
        <p:spPr>
          <a:xfrm rot="21136200" flipH="1">
            <a:off x="8631000" y="4656600"/>
            <a:ext cx="342720" cy="343080"/>
          </a:xfrm>
          <a:custGeom>
            <a:avLst/>
            <a:gdLst>
              <a:gd name="textAreaLeft" fmla="*/ 360 w 342720"/>
              <a:gd name="textAreaRight" fmla="*/ 343440 w 342720"/>
              <a:gd name="textAreaTop" fmla="*/ 0 h 343080"/>
              <a:gd name="textAreaBottom" fmla="*/ 343440 h 34308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8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713160" y="359280"/>
            <a:ext cx="7736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3771374" y="745492"/>
            <a:ext cx="4996440" cy="286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800" b="1" u="none" strike="noStrike" dirty="0">
                <a:solidFill>
                  <a:schemeClr val="accent3"/>
                </a:solidFill>
                <a:effectLst/>
                <a:uFillTx/>
                <a:latin typeface="Hammersmith One"/>
                <a:ea typeface="Hammersmith One"/>
              </a:rPr>
              <a:t>GEN AI </a:t>
            </a:r>
            <a:br>
              <a:rPr lang="en" sz="4800" b="1" u="none" strike="noStrike" dirty="0">
                <a:solidFill>
                  <a:schemeClr val="accent3"/>
                </a:solidFill>
                <a:effectLst/>
                <a:uFillTx/>
                <a:latin typeface="Hammersmith One"/>
                <a:ea typeface="Hammersmith One"/>
              </a:rPr>
            </a:br>
            <a:r>
              <a:rPr lang="en" sz="4800" b="1" u="none" strike="noStrike" dirty="0">
                <a:solidFill>
                  <a:schemeClr val="accent3"/>
                </a:solidFill>
                <a:effectLst/>
                <a:uFillTx/>
                <a:latin typeface="Hammersmith One"/>
                <a:ea typeface="Hammersmith One"/>
              </a:rPr>
              <a:t>Intro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9" name="Google Shape;181;p26"/>
          <p:cNvGrpSpPr/>
          <p:nvPr/>
        </p:nvGrpSpPr>
        <p:grpSpPr>
          <a:xfrm>
            <a:off x="0" y="1080360"/>
            <a:ext cx="4588200" cy="3522960"/>
            <a:chOff x="0" y="1080360"/>
            <a:chExt cx="4588200" cy="3522960"/>
          </a:xfrm>
        </p:grpSpPr>
        <p:sp>
          <p:nvSpPr>
            <p:cNvPr id="90" name="Google Shape;182;p26"/>
            <p:cNvSpPr/>
            <p:nvPr/>
          </p:nvSpPr>
          <p:spPr>
            <a:xfrm>
              <a:off x="0" y="4097880"/>
              <a:ext cx="4588200" cy="1800"/>
            </a:xfrm>
            <a:custGeom>
              <a:avLst/>
              <a:gdLst>
                <a:gd name="textAreaLeft" fmla="*/ 0 w 4588200"/>
                <a:gd name="textAreaRight" fmla="*/ 4588560 w 458820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208483" h="101">
                  <a:moveTo>
                    <a:pt x="0" y="0"/>
                  </a:moveTo>
                  <a:lnTo>
                    <a:pt x="0" y="101"/>
                  </a:lnTo>
                  <a:lnTo>
                    <a:pt x="208482" y="101"/>
                  </a:lnTo>
                  <a:lnTo>
                    <a:pt x="208482" y="0"/>
                  </a:lnTo>
                  <a:close/>
                </a:path>
              </a:pathLst>
            </a:custGeom>
            <a:solidFill>
              <a:srgbClr val="EBEBEB"/>
            </a:solidFill>
            <a:ln w="9525">
              <a:solidFill>
                <a:srgbClr val="EEEEE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" bIns="10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Google Shape;183;p26"/>
            <p:cNvSpPr/>
            <p:nvPr/>
          </p:nvSpPr>
          <p:spPr>
            <a:xfrm>
              <a:off x="3825000" y="4245480"/>
              <a:ext cx="303480" cy="1800"/>
            </a:xfrm>
            <a:custGeom>
              <a:avLst/>
              <a:gdLst>
                <a:gd name="textAreaLeft" fmla="*/ 0 w 303480"/>
                <a:gd name="textAreaRight" fmla="*/ 303840 w 30348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13811" h="101">
                  <a:moveTo>
                    <a:pt x="1" y="0"/>
                  </a:moveTo>
                  <a:lnTo>
                    <a:pt x="1" y="100"/>
                  </a:lnTo>
                  <a:lnTo>
                    <a:pt x="13811" y="100"/>
                  </a:lnTo>
                  <a:lnTo>
                    <a:pt x="13811" y="0"/>
                  </a:lnTo>
                  <a:close/>
                </a:path>
              </a:pathLst>
            </a:custGeom>
            <a:solidFill>
              <a:srgbClr val="EBEBEB"/>
            </a:solidFill>
            <a:ln w="9525">
              <a:solidFill>
                <a:srgbClr val="EEEEE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" bIns="10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Google Shape;184;p26"/>
            <p:cNvSpPr/>
            <p:nvPr/>
          </p:nvSpPr>
          <p:spPr>
            <a:xfrm>
              <a:off x="2679840" y="4270680"/>
              <a:ext cx="359280" cy="1800"/>
            </a:xfrm>
            <a:custGeom>
              <a:avLst/>
              <a:gdLst>
                <a:gd name="textAreaLeft" fmla="*/ 0 w 359280"/>
                <a:gd name="textAreaRight" fmla="*/ 359640 w 35928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16346" h="101">
                  <a:moveTo>
                    <a:pt x="1" y="0"/>
                  </a:moveTo>
                  <a:lnTo>
                    <a:pt x="1" y="100"/>
                  </a:lnTo>
                  <a:lnTo>
                    <a:pt x="16346" y="100"/>
                  </a:lnTo>
                  <a:lnTo>
                    <a:pt x="16346" y="0"/>
                  </a:lnTo>
                  <a:close/>
                </a:path>
              </a:pathLst>
            </a:custGeom>
            <a:solidFill>
              <a:srgbClr val="EBEBEB"/>
            </a:solidFill>
            <a:ln w="9525">
              <a:solidFill>
                <a:srgbClr val="EEEEE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" bIns="10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Google Shape;185;p26"/>
            <p:cNvSpPr/>
            <p:nvPr/>
          </p:nvSpPr>
          <p:spPr>
            <a:xfrm>
              <a:off x="3292920" y="4160520"/>
              <a:ext cx="522360" cy="180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23752" h="101">
                  <a:moveTo>
                    <a:pt x="1" y="1"/>
                  </a:moveTo>
                  <a:lnTo>
                    <a:pt x="1" y="101"/>
                  </a:lnTo>
                  <a:lnTo>
                    <a:pt x="23751" y="101"/>
                  </a:lnTo>
                  <a:lnTo>
                    <a:pt x="23751" y="1"/>
                  </a:lnTo>
                  <a:close/>
                </a:path>
              </a:pathLst>
            </a:custGeom>
            <a:solidFill>
              <a:srgbClr val="EBEBEB"/>
            </a:solidFill>
            <a:ln w="9525">
              <a:solidFill>
                <a:srgbClr val="EEEEE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" bIns="10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Google Shape;186;p26"/>
            <p:cNvSpPr/>
            <p:nvPr/>
          </p:nvSpPr>
          <p:spPr>
            <a:xfrm>
              <a:off x="1601280" y="4176000"/>
              <a:ext cx="629640" cy="1800"/>
            </a:xfrm>
            <a:custGeom>
              <a:avLst/>
              <a:gdLst>
                <a:gd name="textAreaLeft" fmla="*/ 0 w 629640"/>
                <a:gd name="textAreaRight" fmla="*/ 630000 w 62964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28622" h="101">
                  <a:moveTo>
                    <a:pt x="1" y="0"/>
                  </a:moveTo>
                  <a:lnTo>
                    <a:pt x="1" y="100"/>
                  </a:lnTo>
                  <a:lnTo>
                    <a:pt x="28621" y="100"/>
                  </a:lnTo>
                  <a:lnTo>
                    <a:pt x="28621" y="0"/>
                  </a:lnTo>
                  <a:close/>
                </a:path>
              </a:pathLst>
            </a:custGeom>
            <a:solidFill>
              <a:srgbClr val="EBEBEB"/>
            </a:solidFill>
            <a:ln w="9525">
              <a:solidFill>
                <a:srgbClr val="EEEEE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" bIns="10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Google Shape;187;p26"/>
            <p:cNvSpPr/>
            <p:nvPr/>
          </p:nvSpPr>
          <p:spPr>
            <a:xfrm>
              <a:off x="2312640" y="4176000"/>
              <a:ext cx="57600" cy="1800"/>
            </a:xfrm>
            <a:custGeom>
              <a:avLst/>
              <a:gdLst>
                <a:gd name="textAreaLeft" fmla="*/ 0 w 57600"/>
                <a:gd name="textAreaRight" fmla="*/ 57960 w 5760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2636" h="101">
                  <a:moveTo>
                    <a:pt x="0" y="0"/>
                  </a:moveTo>
                  <a:lnTo>
                    <a:pt x="0" y="100"/>
                  </a:lnTo>
                  <a:lnTo>
                    <a:pt x="2635" y="100"/>
                  </a:lnTo>
                  <a:lnTo>
                    <a:pt x="2635" y="0"/>
                  </a:lnTo>
                  <a:close/>
                </a:path>
              </a:pathLst>
            </a:custGeom>
            <a:solidFill>
              <a:srgbClr val="EBEBE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" bIns="10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" name="Google Shape;188;p26"/>
            <p:cNvSpPr/>
            <p:nvPr/>
          </p:nvSpPr>
          <p:spPr>
            <a:xfrm>
              <a:off x="902160" y="4214880"/>
              <a:ext cx="1163520" cy="1800"/>
            </a:xfrm>
            <a:custGeom>
              <a:avLst/>
              <a:gdLst>
                <a:gd name="textAreaLeft" fmla="*/ 0 w 1163520"/>
                <a:gd name="textAreaRight" fmla="*/ 1163880 w 116352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52873" h="101">
                  <a:moveTo>
                    <a:pt x="1" y="0"/>
                  </a:moveTo>
                  <a:lnTo>
                    <a:pt x="1" y="100"/>
                  </a:lnTo>
                  <a:lnTo>
                    <a:pt x="52872" y="100"/>
                  </a:lnTo>
                  <a:lnTo>
                    <a:pt x="52872" y="0"/>
                  </a:lnTo>
                  <a:close/>
                </a:path>
              </a:pathLst>
            </a:custGeom>
            <a:solidFill>
              <a:srgbClr val="EBEBEB"/>
            </a:solidFill>
            <a:ln w="9525">
              <a:solidFill>
                <a:srgbClr val="EEEEE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" bIns="10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" name="Google Shape;189;p26"/>
            <p:cNvSpPr/>
            <p:nvPr/>
          </p:nvSpPr>
          <p:spPr>
            <a:xfrm>
              <a:off x="651240" y="1330920"/>
              <a:ext cx="2015640" cy="1503360"/>
            </a:xfrm>
            <a:custGeom>
              <a:avLst/>
              <a:gdLst>
                <a:gd name="textAreaLeft" fmla="*/ 0 w 2015640"/>
                <a:gd name="textAreaRight" fmla="*/ 2016000 w 2015640"/>
                <a:gd name="textAreaTop" fmla="*/ 0 h 1503360"/>
                <a:gd name="textAreaBottom" fmla="*/ 1503720 h 1503360"/>
              </a:gdLst>
              <a:ahLst/>
              <a:cxnLst/>
              <a:rect l="textAreaLeft" t="textAreaTop" r="textAreaRight" b="textAreaBottom"/>
              <a:pathLst>
                <a:path w="91600" h="68316">
                  <a:moveTo>
                    <a:pt x="1" y="0"/>
                  </a:moveTo>
                  <a:lnTo>
                    <a:pt x="1" y="68316"/>
                  </a:lnTo>
                  <a:lnTo>
                    <a:pt x="91600" y="68316"/>
                  </a:lnTo>
                  <a:lnTo>
                    <a:pt x="91600" y="0"/>
                  </a:lnTo>
                  <a:close/>
                </a:path>
              </a:pathLst>
            </a:custGeom>
            <a:solidFill>
              <a:srgbClr val="EBEBE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Google Shape;190;p26"/>
            <p:cNvSpPr/>
            <p:nvPr/>
          </p:nvSpPr>
          <p:spPr>
            <a:xfrm>
              <a:off x="2667240" y="1330920"/>
              <a:ext cx="12240" cy="150336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503360"/>
                <a:gd name="textAreaBottom" fmla="*/ 1503720 h 1503360"/>
              </a:gdLst>
              <a:ahLst/>
              <a:cxnLst/>
              <a:rect l="textAreaLeft" t="textAreaTop" r="textAreaRight" b="textAreaBottom"/>
              <a:pathLst>
                <a:path w="568" h="68316">
                  <a:moveTo>
                    <a:pt x="1" y="0"/>
                  </a:moveTo>
                  <a:lnTo>
                    <a:pt x="1" y="68316"/>
                  </a:lnTo>
                  <a:lnTo>
                    <a:pt x="568" y="68316"/>
                  </a:lnTo>
                  <a:lnTo>
                    <a:pt x="568" y="0"/>
                  </a:lnTo>
                  <a:close/>
                </a:path>
              </a:pathLst>
            </a:custGeom>
            <a:solidFill>
              <a:srgbClr val="E0E0E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Google Shape;191;p26"/>
            <p:cNvSpPr/>
            <p:nvPr/>
          </p:nvSpPr>
          <p:spPr>
            <a:xfrm>
              <a:off x="750960" y="1430640"/>
              <a:ext cx="1816200" cy="1303560"/>
            </a:xfrm>
            <a:custGeom>
              <a:avLst/>
              <a:gdLst>
                <a:gd name="textAreaLeft" fmla="*/ 0 w 1816200"/>
                <a:gd name="textAreaRight" fmla="*/ 1816560 w 1816200"/>
                <a:gd name="textAreaTop" fmla="*/ 0 h 1303560"/>
                <a:gd name="textAreaBottom" fmla="*/ 1303920 h 1303560"/>
              </a:gdLst>
              <a:ahLst/>
              <a:cxnLst/>
              <a:rect l="textAreaLeft" t="textAreaTop" r="textAreaRight" b="textAreaBottom"/>
              <a:pathLst>
                <a:path w="82526" h="59244">
                  <a:moveTo>
                    <a:pt x="0" y="1"/>
                  </a:moveTo>
                  <a:lnTo>
                    <a:pt x="0" y="59243"/>
                  </a:lnTo>
                  <a:lnTo>
                    <a:pt x="82526" y="59243"/>
                  </a:lnTo>
                  <a:lnTo>
                    <a:pt x="82526" y="1"/>
                  </a:lnTo>
                  <a:close/>
                </a:path>
              </a:pathLst>
            </a:custGeom>
            <a:solidFill>
              <a:srgbClr val="F5F5F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" name="Google Shape;192;p26"/>
            <p:cNvSpPr/>
            <p:nvPr/>
          </p:nvSpPr>
          <p:spPr>
            <a:xfrm>
              <a:off x="2084400" y="2352240"/>
              <a:ext cx="323280" cy="451800"/>
            </a:xfrm>
            <a:custGeom>
              <a:avLst/>
              <a:gdLst>
                <a:gd name="textAreaLeft" fmla="*/ 0 w 323280"/>
                <a:gd name="textAreaRight" fmla="*/ 323640 w 323280"/>
                <a:gd name="textAreaTop" fmla="*/ 0 h 451800"/>
                <a:gd name="textAreaBottom" fmla="*/ 452160 h 451800"/>
              </a:gdLst>
              <a:ahLst/>
              <a:cxnLst/>
              <a:rect l="textAreaLeft" t="textAreaTop" r="textAreaRight" b="textAreaBottom"/>
              <a:pathLst>
                <a:path w="14712" h="20549">
                  <a:moveTo>
                    <a:pt x="1" y="0"/>
                  </a:moveTo>
                  <a:lnTo>
                    <a:pt x="1" y="20548"/>
                  </a:lnTo>
                  <a:lnTo>
                    <a:pt x="14711" y="20548"/>
                  </a:lnTo>
                  <a:lnTo>
                    <a:pt x="1471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Google Shape;193;p26"/>
            <p:cNvSpPr/>
            <p:nvPr/>
          </p:nvSpPr>
          <p:spPr>
            <a:xfrm>
              <a:off x="1610640" y="2192760"/>
              <a:ext cx="345600" cy="451800"/>
            </a:xfrm>
            <a:custGeom>
              <a:avLst/>
              <a:gdLst>
                <a:gd name="textAreaLeft" fmla="*/ 0 w 345600"/>
                <a:gd name="textAreaRight" fmla="*/ 345960 w 345600"/>
                <a:gd name="textAreaTop" fmla="*/ 0 h 451800"/>
                <a:gd name="textAreaBottom" fmla="*/ 452160 h 451800"/>
              </a:gdLst>
              <a:ahLst/>
              <a:cxnLst/>
              <a:rect l="textAreaLeft" t="textAreaTop" r="textAreaRight" b="textAreaBottom"/>
              <a:pathLst>
                <a:path w="15712" h="20549">
                  <a:moveTo>
                    <a:pt x="1035" y="1"/>
                  </a:moveTo>
                  <a:lnTo>
                    <a:pt x="1" y="20549"/>
                  </a:lnTo>
                  <a:lnTo>
                    <a:pt x="14678" y="20549"/>
                  </a:lnTo>
                  <a:lnTo>
                    <a:pt x="15712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Google Shape;194;p26"/>
            <p:cNvSpPr/>
            <p:nvPr/>
          </p:nvSpPr>
          <p:spPr>
            <a:xfrm>
              <a:off x="1408320" y="2352240"/>
              <a:ext cx="322560" cy="451800"/>
            </a:xfrm>
            <a:custGeom>
              <a:avLst/>
              <a:gdLst>
                <a:gd name="textAreaLeft" fmla="*/ 0 w 322560"/>
                <a:gd name="textAreaRight" fmla="*/ 322920 w 322560"/>
                <a:gd name="textAreaTop" fmla="*/ 0 h 451800"/>
                <a:gd name="textAreaBottom" fmla="*/ 452160 h 451800"/>
              </a:gdLst>
              <a:ahLst/>
              <a:cxnLst/>
              <a:rect l="textAreaLeft" t="textAreaTop" r="textAreaRight" b="textAreaBottom"/>
              <a:pathLst>
                <a:path w="14678" h="20549">
                  <a:moveTo>
                    <a:pt x="0" y="0"/>
                  </a:moveTo>
                  <a:lnTo>
                    <a:pt x="0" y="20548"/>
                  </a:lnTo>
                  <a:lnTo>
                    <a:pt x="14677" y="20548"/>
                  </a:lnTo>
                  <a:lnTo>
                    <a:pt x="1467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Google Shape;195;p26"/>
            <p:cNvSpPr/>
            <p:nvPr/>
          </p:nvSpPr>
          <p:spPr>
            <a:xfrm>
              <a:off x="933840" y="2192760"/>
              <a:ext cx="346320" cy="451800"/>
            </a:xfrm>
            <a:custGeom>
              <a:avLst/>
              <a:gdLst>
                <a:gd name="textAreaLeft" fmla="*/ 0 w 346320"/>
                <a:gd name="textAreaRight" fmla="*/ 346680 w 346320"/>
                <a:gd name="textAreaTop" fmla="*/ 0 h 451800"/>
                <a:gd name="textAreaBottom" fmla="*/ 452160 h 451800"/>
              </a:gdLst>
              <a:ahLst/>
              <a:cxnLst/>
              <a:rect l="textAreaLeft" t="textAreaTop" r="textAreaRight" b="textAreaBottom"/>
              <a:pathLst>
                <a:path w="15745" h="20549">
                  <a:moveTo>
                    <a:pt x="1068" y="1"/>
                  </a:moveTo>
                  <a:lnTo>
                    <a:pt x="0" y="20549"/>
                  </a:lnTo>
                  <a:lnTo>
                    <a:pt x="14677" y="20549"/>
                  </a:lnTo>
                  <a:lnTo>
                    <a:pt x="15745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Google Shape;196;p26"/>
            <p:cNvSpPr/>
            <p:nvPr/>
          </p:nvSpPr>
          <p:spPr>
            <a:xfrm>
              <a:off x="1207080" y="1466640"/>
              <a:ext cx="515880" cy="644400"/>
            </a:xfrm>
            <a:custGeom>
              <a:avLst/>
              <a:gdLst>
                <a:gd name="textAreaLeft" fmla="*/ 0 w 515880"/>
                <a:gd name="textAreaRight" fmla="*/ 516240 w 515880"/>
                <a:gd name="textAreaTop" fmla="*/ 0 h 644400"/>
                <a:gd name="textAreaBottom" fmla="*/ 644760 h 644400"/>
              </a:gdLst>
              <a:ahLst/>
              <a:cxnLst/>
              <a:rect l="textAreaLeft" t="textAreaTop" r="textAreaRight" b="textAreaBottom"/>
              <a:pathLst>
                <a:path w="23451" h="29288">
                  <a:moveTo>
                    <a:pt x="3436" y="0"/>
                  </a:moveTo>
                  <a:lnTo>
                    <a:pt x="0" y="27887"/>
                  </a:lnTo>
                  <a:lnTo>
                    <a:pt x="20014" y="29288"/>
                  </a:lnTo>
                  <a:lnTo>
                    <a:pt x="23450" y="1435"/>
                  </a:lnTo>
                  <a:lnTo>
                    <a:pt x="343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Google Shape;197;p26"/>
            <p:cNvSpPr/>
            <p:nvPr/>
          </p:nvSpPr>
          <p:spPr>
            <a:xfrm>
              <a:off x="2265120" y="1387440"/>
              <a:ext cx="346320" cy="452520"/>
            </a:xfrm>
            <a:custGeom>
              <a:avLst/>
              <a:gdLst>
                <a:gd name="textAreaLeft" fmla="*/ 0 w 346320"/>
                <a:gd name="textAreaRight" fmla="*/ 346680 w 346320"/>
                <a:gd name="textAreaTop" fmla="*/ 0 h 452520"/>
                <a:gd name="textAreaBottom" fmla="*/ 452880 h 452520"/>
              </a:gdLst>
              <a:ahLst/>
              <a:cxnLst/>
              <a:rect l="textAreaLeft" t="textAreaTop" r="textAreaRight" b="textAreaBottom"/>
              <a:pathLst>
                <a:path w="15746" h="20583">
                  <a:moveTo>
                    <a:pt x="1068" y="1"/>
                  </a:moveTo>
                  <a:lnTo>
                    <a:pt x="1" y="20582"/>
                  </a:lnTo>
                  <a:lnTo>
                    <a:pt x="14678" y="20582"/>
                  </a:lnTo>
                  <a:lnTo>
                    <a:pt x="15745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Google Shape;198;p26"/>
            <p:cNvSpPr/>
            <p:nvPr/>
          </p:nvSpPr>
          <p:spPr>
            <a:xfrm>
              <a:off x="1840680" y="1647360"/>
              <a:ext cx="341640" cy="465840"/>
            </a:xfrm>
            <a:custGeom>
              <a:avLst/>
              <a:gdLst>
                <a:gd name="textAreaLeft" fmla="*/ 0 w 341640"/>
                <a:gd name="textAreaRight" fmla="*/ 342000 w 341640"/>
                <a:gd name="textAreaTop" fmla="*/ 0 h 465840"/>
                <a:gd name="textAreaBottom" fmla="*/ 466200 h 465840"/>
              </a:gdLst>
              <a:ahLst/>
              <a:cxnLst/>
              <a:rect l="textAreaLeft" t="textAreaTop" r="textAreaRight" b="textAreaBottom"/>
              <a:pathLst>
                <a:path w="15545" h="21182">
                  <a:moveTo>
                    <a:pt x="868" y="0"/>
                  </a:moveTo>
                  <a:lnTo>
                    <a:pt x="0" y="20515"/>
                  </a:lnTo>
                  <a:lnTo>
                    <a:pt x="14644" y="21182"/>
                  </a:lnTo>
                  <a:lnTo>
                    <a:pt x="15545" y="634"/>
                  </a:lnTo>
                  <a:lnTo>
                    <a:pt x="86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Google Shape;199;p26"/>
            <p:cNvSpPr/>
            <p:nvPr/>
          </p:nvSpPr>
          <p:spPr>
            <a:xfrm>
              <a:off x="695160" y="1511640"/>
              <a:ext cx="335880" cy="461520"/>
            </a:xfrm>
            <a:custGeom>
              <a:avLst/>
              <a:gdLst>
                <a:gd name="textAreaLeft" fmla="*/ 0 w 335880"/>
                <a:gd name="textAreaRight" fmla="*/ 336240 w 335880"/>
                <a:gd name="textAreaTop" fmla="*/ 0 h 461520"/>
                <a:gd name="textAreaBottom" fmla="*/ 461880 h 461520"/>
              </a:gdLst>
              <a:ahLst/>
              <a:cxnLst/>
              <a:rect l="textAreaLeft" t="textAreaTop" r="textAreaRight" b="textAreaBottom"/>
              <a:pathLst>
                <a:path w="15278" h="20982">
                  <a:moveTo>
                    <a:pt x="14677" y="0"/>
                  </a:moveTo>
                  <a:lnTo>
                    <a:pt x="0" y="434"/>
                  </a:lnTo>
                  <a:lnTo>
                    <a:pt x="601" y="20982"/>
                  </a:lnTo>
                  <a:lnTo>
                    <a:pt x="15278" y="20548"/>
                  </a:lnTo>
                  <a:lnTo>
                    <a:pt x="1467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Google Shape;200;p26"/>
            <p:cNvSpPr/>
            <p:nvPr/>
          </p:nvSpPr>
          <p:spPr>
            <a:xfrm>
              <a:off x="3089520" y="1458000"/>
              <a:ext cx="820440" cy="120744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1207440"/>
                <a:gd name="textAreaBottom" fmla="*/ 1207800 h 1207440"/>
              </a:gdLst>
              <a:ahLst/>
              <a:cxnLst/>
              <a:rect l="textAreaLeft" t="textAreaTop" r="textAreaRight" b="textAreaBottom"/>
              <a:pathLst>
                <a:path w="37295" h="54874">
                  <a:moveTo>
                    <a:pt x="1" y="1"/>
                  </a:moveTo>
                  <a:lnTo>
                    <a:pt x="1" y="54874"/>
                  </a:lnTo>
                  <a:lnTo>
                    <a:pt x="37294" y="54874"/>
                  </a:lnTo>
                  <a:lnTo>
                    <a:pt x="37294" y="1"/>
                  </a:lnTo>
                  <a:close/>
                </a:path>
              </a:pathLst>
            </a:custGeom>
            <a:solidFill>
              <a:srgbClr val="E0E0E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Google Shape;201;p26"/>
            <p:cNvSpPr/>
            <p:nvPr/>
          </p:nvSpPr>
          <p:spPr>
            <a:xfrm>
              <a:off x="3039480" y="1458000"/>
              <a:ext cx="847800" cy="1207440"/>
            </a:xfrm>
            <a:custGeom>
              <a:avLst/>
              <a:gdLst>
                <a:gd name="textAreaLeft" fmla="*/ 0 w 847800"/>
                <a:gd name="textAreaRight" fmla="*/ 848160 w 847800"/>
                <a:gd name="textAreaTop" fmla="*/ 0 h 1207440"/>
                <a:gd name="textAreaBottom" fmla="*/ 1207800 h 1207440"/>
              </a:gdLst>
              <a:ahLst/>
              <a:cxnLst/>
              <a:rect l="textAreaLeft" t="textAreaTop" r="textAreaRight" b="textAreaBottom"/>
              <a:pathLst>
                <a:path w="38529" h="54874">
                  <a:moveTo>
                    <a:pt x="1" y="1"/>
                  </a:moveTo>
                  <a:lnTo>
                    <a:pt x="1" y="54874"/>
                  </a:lnTo>
                  <a:lnTo>
                    <a:pt x="38528" y="54874"/>
                  </a:lnTo>
                  <a:lnTo>
                    <a:pt x="38528" y="1"/>
                  </a:lnTo>
                  <a:close/>
                </a:path>
              </a:pathLst>
            </a:custGeom>
            <a:solidFill>
              <a:srgbClr val="F5F5F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Google Shape;202;p26"/>
            <p:cNvSpPr/>
            <p:nvPr/>
          </p:nvSpPr>
          <p:spPr>
            <a:xfrm>
              <a:off x="3110760" y="1553400"/>
              <a:ext cx="705960" cy="1016640"/>
            </a:xfrm>
            <a:custGeom>
              <a:avLst/>
              <a:gdLst>
                <a:gd name="textAreaLeft" fmla="*/ 0 w 705960"/>
                <a:gd name="textAreaRight" fmla="*/ 706320 w 705960"/>
                <a:gd name="textAreaTop" fmla="*/ 0 h 1016640"/>
                <a:gd name="textAreaBottom" fmla="*/ 1017000 h 1016640"/>
              </a:gdLst>
              <a:ahLst/>
              <a:cxnLst/>
              <a:rect l="textAreaLeft" t="textAreaTop" r="textAreaRight" b="textAreaBottom"/>
              <a:pathLst>
                <a:path w="32090" h="46201">
                  <a:moveTo>
                    <a:pt x="0" y="0"/>
                  </a:moveTo>
                  <a:lnTo>
                    <a:pt x="0" y="46200"/>
                  </a:lnTo>
                  <a:lnTo>
                    <a:pt x="32090" y="46200"/>
                  </a:lnTo>
                  <a:lnTo>
                    <a:pt x="3209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Google Shape;203;p26"/>
            <p:cNvSpPr/>
            <p:nvPr/>
          </p:nvSpPr>
          <p:spPr>
            <a:xfrm>
              <a:off x="3375720" y="1935000"/>
              <a:ext cx="175680" cy="253080"/>
            </a:xfrm>
            <a:custGeom>
              <a:avLst/>
              <a:gdLst>
                <a:gd name="textAreaLeft" fmla="*/ 0 w 175680"/>
                <a:gd name="textAreaRight" fmla="*/ 176040 w 175680"/>
                <a:gd name="textAreaTop" fmla="*/ 0 h 253080"/>
                <a:gd name="textAreaBottom" fmla="*/ 253440 h 253080"/>
              </a:gdLst>
              <a:ahLst/>
              <a:cxnLst/>
              <a:rect l="textAreaLeft" t="textAreaTop" r="textAreaRight" b="textAreaBottom"/>
              <a:pathLst>
                <a:path w="8006" h="11509">
                  <a:moveTo>
                    <a:pt x="0" y="0"/>
                  </a:moveTo>
                  <a:lnTo>
                    <a:pt x="0" y="3536"/>
                  </a:lnTo>
                  <a:cubicBezTo>
                    <a:pt x="0" y="7939"/>
                    <a:pt x="3569" y="11508"/>
                    <a:pt x="8006" y="11508"/>
                  </a:cubicBezTo>
                  <a:lnTo>
                    <a:pt x="8006" y="8006"/>
                  </a:lnTo>
                  <a:cubicBezTo>
                    <a:pt x="8006" y="3569"/>
                    <a:pt x="4403" y="0"/>
                    <a:pt x="0" y="0"/>
                  </a:cubicBezTo>
                  <a:close/>
                </a:path>
              </a:pathLst>
            </a:custGeom>
            <a:solidFill>
              <a:srgbClr val="F5F5F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" name="Google Shape;204;p26"/>
            <p:cNvSpPr/>
            <p:nvPr/>
          </p:nvSpPr>
          <p:spPr>
            <a:xfrm>
              <a:off x="3375720" y="1674360"/>
              <a:ext cx="175680" cy="252360"/>
            </a:xfrm>
            <a:custGeom>
              <a:avLst/>
              <a:gdLst>
                <a:gd name="textAreaLeft" fmla="*/ 0 w 175680"/>
                <a:gd name="textAreaRight" fmla="*/ 176040 w 175680"/>
                <a:gd name="textAreaTop" fmla="*/ 0 h 252360"/>
                <a:gd name="textAreaBottom" fmla="*/ 252720 h 252360"/>
              </a:gdLst>
              <a:ahLst/>
              <a:cxnLst/>
              <a:rect l="textAreaLeft" t="textAreaTop" r="textAreaRight" b="textAreaBottom"/>
              <a:pathLst>
                <a:path w="8006" h="11476">
                  <a:moveTo>
                    <a:pt x="0" y="0"/>
                  </a:moveTo>
                  <a:lnTo>
                    <a:pt x="0" y="3503"/>
                  </a:lnTo>
                  <a:cubicBezTo>
                    <a:pt x="0" y="7906"/>
                    <a:pt x="3569" y="11475"/>
                    <a:pt x="8006" y="11475"/>
                  </a:cubicBezTo>
                  <a:lnTo>
                    <a:pt x="8006" y="7973"/>
                  </a:lnTo>
                  <a:cubicBezTo>
                    <a:pt x="8006" y="3570"/>
                    <a:pt x="4403" y="0"/>
                    <a:pt x="0" y="0"/>
                  </a:cubicBezTo>
                  <a:close/>
                </a:path>
              </a:pathLst>
            </a:custGeom>
            <a:solidFill>
              <a:srgbClr val="F5F5F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" name="Google Shape;205;p26"/>
            <p:cNvSpPr/>
            <p:nvPr/>
          </p:nvSpPr>
          <p:spPr>
            <a:xfrm>
              <a:off x="3375720" y="2196360"/>
              <a:ext cx="175680" cy="253080"/>
            </a:xfrm>
            <a:custGeom>
              <a:avLst/>
              <a:gdLst>
                <a:gd name="textAreaLeft" fmla="*/ 0 w 175680"/>
                <a:gd name="textAreaRight" fmla="*/ 176040 w 175680"/>
                <a:gd name="textAreaTop" fmla="*/ 0 h 253080"/>
                <a:gd name="textAreaBottom" fmla="*/ 253440 h 253080"/>
              </a:gdLst>
              <a:ahLst/>
              <a:cxnLst/>
              <a:rect l="textAreaLeft" t="textAreaTop" r="textAreaRight" b="textAreaBottom"/>
              <a:pathLst>
                <a:path w="8006" h="11509">
                  <a:moveTo>
                    <a:pt x="0" y="0"/>
                  </a:moveTo>
                  <a:lnTo>
                    <a:pt x="0" y="3503"/>
                  </a:lnTo>
                  <a:cubicBezTo>
                    <a:pt x="0" y="7939"/>
                    <a:pt x="3569" y="11509"/>
                    <a:pt x="8006" y="11509"/>
                  </a:cubicBezTo>
                  <a:lnTo>
                    <a:pt x="8006" y="7973"/>
                  </a:lnTo>
                  <a:cubicBezTo>
                    <a:pt x="8006" y="3570"/>
                    <a:pt x="4403" y="0"/>
                    <a:pt x="0" y="0"/>
                  </a:cubicBezTo>
                  <a:close/>
                </a:path>
              </a:pathLst>
            </a:custGeom>
            <a:solidFill>
              <a:srgbClr val="F5F5F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Google Shape;206;p26"/>
            <p:cNvSpPr/>
            <p:nvPr/>
          </p:nvSpPr>
          <p:spPr>
            <a:xfrm>
              <a:off x="3516120" y="3206880"/>
              <a:ext cx="93600" cy="678960"/>
            </a:xfrm>
            <a:custGeom>
              <a:avLst/>
              <a:gdLst>
                <a:gd name="textAreaLeft" fmla="*/ 0 w 93600"/>
                <a:gd name="textAreaRight" fmla="*/ 93960 w 93600"/>
                <a:gd name="textAreaTop" fmla="*/ 0 h 678960"/>
                <a:gd name="textAreaBottom" fmla="*/ 679320 h 678960"/>
              </a:gdLst>
              <a:ahLst/>
              <a:cxnLst/>
              <a:rect l="textAreaLeft" t="textAreaTop" r="textAreaRight" b="textAreaBottom"/>
              <a:pathLst>
                <a:path w="4271" h="30857">
                  <a:moveTo>
                    <a:pt x="4270" y="1"/>
                  </a:moveTo>
                  <a:lnTo>
                    <a:pt x="1968" y="935"/>
                  </a:lnTo>
                  <a:cubicBezTo>
                    <a:pt x="267" y="5938"/>
                    <a:pt x="0" y="19682"/>
                    <a:pt x="0" y="29755"/>
                  </a:cubicBezTo>
                  <a:cubicBezTo>
                    <a:pt x="0" y="29956"/>
                    <a:pt x="267" y="30122"/>
                    <a:pt x="601" y="30122"/>
                  </a:cubicBezTo>
                  <a:cubicBezTo>
                    <a:pt x="934" y="30122"/>
                    <a:pt x="1235" y="29956"/>
                    <a:pt x="1235" y="29755"/>
                  </a:cubicBezTo>
                  <a:cubicBezTo>
                    <a:pt x="1135" y="28288"/>
                    <a:pt x="1268" y="30856"/>
                    <a:pt x="2469" y="16413"/>
                  </a:cubicBezTo>
                  <a:cubicBezTo>
                    <a:pt x="3703" y="936"/>
                    <a:pt x="4270" y="1"/>
                    <a:pt x="4270" y="1"/>
                  </a:cubicBezTo>
                  <a:close/>
                </a:path>
              </a:pathLst>
            </a:custGeom>
            <a:solidFill>
              <a:srgbClr val="E6E6E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Google Shape;207;p26"/>
            <p:cNvSpPr/>
            <p:nvPr/>
          </p:nvSpPr>
          <p:spPr>
            <a:xfrm>
              <a:off x="3017160" y="3066480"/>
              <a:ext cx="551520" cy="371160"/>
            </a:xfrm>
            <a:custGeom>
              <a:avLst/>
              <a:gdLst>
                <a:gd name="textAreaLeft" fmla="*/ 0 w 551520"/>
                <a:gd name="textAreaRight" fmla="*/ 551880 w 551520"/>
                <a:gd name="textAreaTop" fmla="*/ 0 h 371160"/>
                <a:gd name="textAreaBottom" fmla="*/ 371520 h 371160"/>
              </a:gdLst>
              <a:ahLst/>
              <a:cxnLst/>
              <a:rect l="textAreaLeft" t="textAreaTop" r="textAreaRight" b="textAreaBottom"/>
              <a:pathLst>
                <a:path w="25066" h="16880">
                  <a:moveTo>
                    <a:pt x="2872" y="0"/>
                  </a:moveTo>
                  <a:cubicBezTo>
                    <a:pt x="1" y="0"/>
                    <a:pt x="8716" y="6621"/>
                    <a:pt x="14591" y="9808"/>
                  </a:cubicBezTo>
                  <a:cubicBezTo>
                    <a:pt x="19027" y="12176"/>
                    <a:pt x="23864" y="14344"/>
                    <a:pt x="25065" y="16879"/>
                  </a:cubicBezTo>
                  <a:cubicBezTo>
                    <a:pt x="24765" y="11576"/>
                    <a:pt x="24698" y="7806"/>
                    <a:pt x="21329" y="5038"/>
                  </a:cubicBezTo>
                  <a:cubicBezTo>
                    <a:pt x="17960" y="2236"/>
                    <a:pt x="10655" y="167"/>
                    <a:pt x="2916" y="1"/>
                  </a:cubicBezTo>
                  <a:cubicBezTo>
                    <a:pt x="2901" y="0"/>
                    <a:pt x="2886" y="0"/>
                    <a:pt x="2872" y="0"/>
                  </a:cubicBezTo>
                  <a:close/>
                </a:path>
              </a:pathLst>
            </a:custGeom>
            <a:solidFill>
              <a:srgbClr val="E6E6E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Google Shape;208;p26"/>
            <p:cNvSpPr/>
            <p:nvPr/>
          </p:nvSpPr>
          <p:spPr>
            <a:xfrm>
              <a:off x="3169800" y="3404880"/>
              <a:ext cx="384840" cy="258840"/>
            </a:xfrm>
            <a:custGeom>
              <a:avLst/>
              <a:gdLst>
                <a:gd name="textAreaLeft" fmla="*/ 0 w 384840"/>
                <a:gd name="textAreaRight" fmla="*/ 385200 w 384840"/>
                <a:gd name="textAreaTop" fmla="*/ 0 h 258840"/>
                <a:gd name="textAreaBottom" fmla="*/ 259200 h 258840"/>
              </a:gdLst>
              <a:ahLst/>
              <a:cxnLst/>
              <a:rect l="textAreaLeft" t="textAreaTop" r="textAreaRight" b="textAreaBottom"/>
              <a:pathLst>
                <a:path w="17503" h="11776">
                  <a:moveTo>
                    <a:pt x="2036" y="0"/>
                  </a:moveTo>
                  <a:cubicBezTo>
                    <a:pt x="0" y="0"/>
                    <a:pt x="6109" y="4612"/>
                    <a:pt x="10197" y="6838"/>
                  </a:cubicBezTo>
                  <a:cubicBezTo>
                    <a:pt x="13266" y="8506"/>
                    <a:pt x="16668" y="10007"/>
                    <a:pt x="17502" y="11775"/>
                  </a:cubicBezTo>
                  <a:cubicBezTo>
                    <a:pt x="17302" y="8073"/>
                    <a:pt x="17235" y="5471"/>
                    <a:pt x="14900" y="3503"/>
                  </a:cubicBezTo>
                  <a:cubicBezTo>
                    <a:pt x="12532" y="1568"/>
                    <a:pt x="7428" y="100"/>
                    <a:pt x="2058" y="0"/>
                  </a:cubicBezTo>
                  <a:cubicBezTo>
                    <a:pt x="2050" y="0"/>
                    <a:pt x="2043" y="0"/>
                    <a:pt x="2036" y="0"/>
                  </a:cubicBezTo>
                  <a:close/>
                </a:path>
              </a:pathLst>
            </a:custGeom>
            <a:solidFill>
              <a:srgbClr val="E6E6E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Google Shape;209;p26"/>
            <p:cNvSpPr/>
            <p:nvPr/>
          </p:nvSpPr>
          <p:spPr>
            <a:xfrm>
              <a:off x="3538080" y="3212640"/>
              <a:ext cx="630360" cy="412200"/>
            </a:xfrm>
            <a:custGeom>
              <a:avLst/>
              <a:gdLst>
                <a:gd name="textAreaLeft" fmla="*/ 0 w 630360"/>
                <a:gd name="textAreaRight" fmla="*/ 630720 w 630360"/>
                <a:gd name="textAreaTop" fmla="*/ 0 h 412200"/>
                <a:gd name="textAreaBottom" fmla="*/ 412560 h 412200"/>
              </a:gdLst>
              <a:ahLst/>
              <a:cxnLst/>
              <a:rect l="textAreaLeft" t="textAreaTop" r="textAreaRight" b="textAreaBottom"/>
              <a:pathLst>
                <a:path w="28650" h="18748">
                  <a:moveTo>
                    <a:pt x="25310" y="1"/>
                  </a:moveTo>
                  <a:cubicBezTo>
                    <a:pt x="25301" y="1"/>
                    <a:pt x="25293" y="1"/>
                    <a:pt x="25285" y="1"/>
                  </a:cubicBezTo>
                  <a:cubicBezTo>
                    <a:pt x="16645" y="101"/>
                    <a:pt x="8406" y="2369"/>
                    <a:pt x="4537" y="5471"/>
                  </a:cubicBezTo>
                  <a:cubicBezTo>
                    <a:pt x="701" y="8573"/>
                    <a:pt x="500" y="12776"/>
                    <a:pt x="0" y="18747"/>
                  </a:cubicBezTo>
                  <a:cubicBezTo>
                    <a:pt x="1401" y="15879"/>
                    <a:pt x="7239" y="12143"/>
                    <a:pt x="12876" y="9941"/>
                  </a:cubicBezTo>
                  <a:cubicBezTo>
                    <a:pt x="20995" y="6780"/>
                    <a:pt x="28650" y="1"/>
                    <a:pt x="25310" y="1"/>
                  </a:cubicBezTo>
                  <a:close/>
                </a:path>
              </a:pathLst>
            </a:custGeom>
            <a:solidFill>
              <a:srgbClr val="E6E6E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Google Shape;210;p26"/>
            <p:cNvSpPr/>
            <p:nvPr/>
          </p:nvSpPr>
          <p:spPr>
            <a:xfrm>
              <a:off x="3536640" y="2988360"/>
              <a:ext cx="415800" cy="348120"/>
            </a:xfrm>
            <a:custGeom>
              <a:avLst/>
              <a:gdLst>
                <a:gd name="textAreaLeft" fmla="*/ 0 w 415800"/>
                <a:gd name="textAreaRight" fmla="*/ 416160 w 415800"/>
                <a:gd name="textAreaTop" fmla="*/ 0 h 348120"/>
                <a:gd name="textAreaBottom" fmla="*/ 348480 h 348120"/>
              </a:gdLst>
              <a:ahLst/>
              <a:cxnLst/>
              <a:rect l="textAreaLeft" t="textAreaTop" r="textAreaRight" b="textAreaBottom"/>
              <a:pathLst>
                <a:path w="18906" h="15833">
                  <a:moveTo>
                    <a:pt x="17021" y="0"/>
                  </a:moveTo>
                  <a:cubicBezTo>
                    <a:pt x="16948" y="0"/>
                    <a:pt x="16867" y="7"/>
                    <a:pt x="16779" y="21"/>
                  </a:cubicBezTo>
                  <a:cubicBezTo>
                    <a:pt x="10708" y="921"/>
                    <a:pt x="5037" y="3323"/>
                    <a:pt x="2536" y="5925"/>
                  </a:cubicBezTo>
                  <a:cubicBezTo>
                    <a:pt x="0" y="8493"/>
                    <a:pt x="67" y="11529"/>
                    <a:pt x="67" y="15832"/>
                  </a:cubicBezTo>
                  <a:cubicBezTo>
                    <a:pt x="901" y="13630"/>
                    <a:pt x="4770" y="10261"/>
                    <a:pt x="8640" y="8227"/>
                  </a:cubicBezTo>
                  <a:cubicBezTo>
                    <a:pt x="15705" y="4469"/>
                    <a:pt x="18906" y="0"/>
                    <a:pt x="17021" y="0"/>
                  </a:cubicBezTo>
                  <a:close/>
                </a:path>
              </a:pathLst>
            </a:custGeom>
            <a:solidFill>
              <a:srgbClr val="E6E6E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Google Shape;211;p26"/>
            <p:cNvSpPr/>
            <p:nvPr/>
          </p:nvSpPr>
          <p:spPr>
            <a:xfrm>
              <a:off x="3387600" y="3824280"/>
              <a:ext cx="347040" cy="273600"/>
            </a:xfrm>
            <a:custGeom>
              <a:avLst/>
              <a:gdLst>
                <a:gd name="textAreaLeft" fmla="*/ 0 w 347040"/>
                <a:gd name="textAreaRight" fmla="*/ 347400 w 347040"/>
                <a:gd name="textAreaTop" fmla="*/ 0 h 273600"/>
                <a:gd name="textAreaBottom" fmla="*/ 273960 h 273600"/>
              </a:gdLst>
              <a:ahLst/>
              <a:cxnLst/>
              <a:rect l="textAreaLeft" t="textAreaTop" r="textAreaRight" b="textAreaBottom"/>
              <a:pathLst>
                <a:path w="15779" h="12443">
                  <a:moveTo>
                    <a:pt x="1" y="0"/>
                  </a:moveTo>
                  <a:lnTo>
                    <a:pt x="601" y="11942"/>
                  </a:lnTo>
                  <a:cubicBezTo>
                    <a:pt x="601" y="12209"/>
                    <a:pt x="868" y="12442"/>
                    <a:pt x="1135" y="12442"/>
                  </a:cubicBezTo>
                  <a:lnTo>
                    <a:pt x="14611" y="12442"/>
                  </a:lnTo>
                  <a:cubicBezTo>
                    <a:pt x="14912" y="12442"/>
                    <a:pt x="15145" y="12209"/>
                    <a:pt x="15145" y="11942"/>
                  </a:cubicBezTo>
                  <a:lnTo>
                    <a:pt x="15779" y="0"/>
                  </a:lnTo>
                  <a:close/>
                </a:path>
              </a:pathLst>
            </a:custGeom>
            <a:solidFill>
              <a:srgbClr val="F0F0F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Google Shape;212;p26"/>
            <p:cNvSpPr/>
            <p:nvPr/>
          </p:nvSpPr>
          <p:spPr>
            <a:xfrm>
              <a:off x="3353760" y="3778560"/>
              <a:ext cx="414360" cy="100800"/>
            </a:xfrm>
            <a:custGeom>
              <a:avLst/>
              <a:gdLst>
                <a:gd name="textAreaLeft" fmla="*/ 0 w 414360"/>
                <a:gd name="textAreaRight" fmla="*/ 414720 w 414360"/>
                <a:gd name="textAreaTop" fmla="*/ 0 h 100800"/>
                <a:gd name="textAreaBottom" fmla="*/ 101160 h 100800"/>
              </a:gdLst>
              <a:ahLst/>
              <a:cxnLst/>
              <a:rect l="textAreaLeft" t="textAreaTop" r="textAreaRight" b="textAreaBottom"/>
              <a:pathLst>
                <a:path w="18848" h="4604">
                  <a:moveTo>
                    <a:pt x="0" y="0"/>
                  </a:moveTo>
                  <a:lnTo>
                    <a:pt x="501" y="4603"/>
                  </a:lnTo>
                  <a:lnTo>
                    <a:pt x="18314" y="4603"/>
                  </a:lnTo>
                  <a:lnTo>
                    <a:pt x="18847" y="0"/>
                  </a:lnTo>
                  <a:close/>
                </a:path>
              </a:pathLst>
            </a:custGeom>
            <a:solidFill>
              <a:srgbClr val="F0F0F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0" bIns="5040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Google Shape;213;p26"/>
            <p:cNvSpPr/>
            <p:nvPr/>
          </p:nvSpPr>
          <p:spPr>
            <a:xfrm>
              <a:off x="514800" y="4395960"/>
              <a:ext cx="3558960" cy="207360"/>
            </a:xfrm>
            <a:custGeom>
              <a:avLst/>
              <a:gdLst>
                <a:gd name="textAreaLeft" fmla="*/ 0 w 3558960"/>
                <a:gd name="textAreaRight" fmla="*/ 3559320 w 3558960"/>
                <a:gd name="textAreaTop" fmla="*/ 0 h 207360"/>
                <a:gd name="textAreaBottom" fmla="*/ 207720 h 207360"/>
              </a:gdLst>
              <a:ahLst/>
              <a:cxnLst/>
              <a:rect l="textAreaLeft" t="textAreaTop" r="textAreaRight" b="textAreaBottom"/>
              <a:pathLst>
                <a:path w="161716" h="9441">
                  <a:moveTo>
                    <a:pt x="80858" y="1"/>
                  </a:moveTo>
                  <a:cubicBezTo>
                    <a:pt x="36193" y="1"/>
                    <a:pt x="0" y="2135"/>
                    <a:pt x="0" y="4737"/>
                  </a:cubicBezTo>
                  <a:cubicBezTo>
                    <a:pt x="0" y="7339"/>
                    <a:pt x="36193" y="9441"/>
                    <a:pt x="80858" y="9441"/>
                  </a:cubicBezTo>
                  <a:cubicBezTo>
                    <a:pt x="125523" y="9441"/>
                    <a:pt x="161716" y="7339"/>
                    <a:pt x="161716" y="4737"/>
                  </a:cubicBezTo>
                  <a:cubicBezTo>
                    <a:pt x="161716" y="2135"/>
                    <a:pt x="125523" y="1"/>
                    <a:pt x="80858" y="1"/>
                  </a:cubicBezTo>
                  <a:close/>
                </a:path>
              </a:pathLst>
            </a:custGeom>
            <a:solidFill>
              <a:srgbClr val="F5F5F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Google Shape;214;p26"/>
            <p:cNvSpPr/>
            <p:nvPr/>
          </p:nvSpPr>
          <p:spPr>
            <a:xfrm>
              <a:off x="3490920" y="1288440"/>
              <a:ext cx="17280" cy="52560"/>
            </a:xfrm>
            <a:custGeom>
              <a:avLst/>
              <a:gdLst>
                <a:gd name="textAreaLeft" fmla="*/ 0 w 17280"/>
                <a:gd name="textAreaRight" fmla="*/ 17640 w 17280"/>
                <a:gd name="textAreaTop" fmla="*/ 0 h 52560"/>
                <a:gd name="textAreaBottom" fmla="*/ 52920 h 52560"/>
              </a:gdLst>
              <a:ahLst/>
              <a:cxnLst/>
              <a:rect l="textAreaLeft" t="textAreaTop" r="textAreaRight" b="textAreaBottom"/>
              <a:pathLst>
                <a:path w="801" h="2403">
                  <a:moveTo>
                    <a:pt x="367" y="0"/>
                  </a:moveTo>
                  <a:cubicBezTo>
                    <a:pt x="367" y="768"/>
                    <a:pt x="267" y="1535"/>
                    <a:pt x="0" y="2269"/>
                  </a:cubicBezTo>
                  <a:lnTo>
                    <a:pt x="401" y="2402"/>
                  </a:lnTo>
                  <a:cubicBezTo>
                    <a:pt x="667" y="1635"/>
                    <a:pt x="801" y="801"/>
                    <a:pt x="801" y="0"/>
                  </a:cubicBezTo>
                  <a:close/>
                </a:path>
              </a:pathLst>
            </a:custGeom>
            <a:solidFill>
              <a:srgbClr val="2FC09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6280" bIns="262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Google Shape;215;p26"/>
            <p:cNvSpPr/>
            <p:nvPr/>
          </p:nvSpPr>
          <p:spPr>
            <a:xfrm>
              <a:off x="3392640" y="1127520"/>
              <a:ext cx="108360" cy="11412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14120"/>
                <a:gd name="textAreaBottom" fmla="*/ 114480 h 114120"/>
              </a:gdLst>
              <a:ahLst/>
              <a:cxnLst/>
              <a:rect l="textAreaLeft" t="textAreaTop" r="textAreaRight" b="textAreaBottom"/>
              <a:pathLst>
                <a:path w="4938" h="5204">
                  <a:moveTo>
                    <a:pt x="134" y="0"/>
                  </a:moveTo>
                  <a:lnTo>
                    <a:pt x="0" y="400"/>
                  </a:lnTo>
                  <a:cubicBezTo>
                    <a:pt x="2169" y="1168"/>
                    <a:pt x="3870" y="2969"/>
                    <a:pt x="4537" y="5204"/>
                  </a:cubicBezTo>
                  <a:lnTo>
                    <a:pt x="4937" y="5070"/>
                  </a:lnTo>
                  <a:cubicBezTo>
                    <a:pt x="4237" y="2702"/>
                    <a:pt x="2435" y="834"/>
                    <a:pt x="134" y="0"/>
                  </a:cubicBezTo>
                  <a:close/>
                </a:path>
              </a:pathLst>
            </a:custGeom>
            <a:solidFill>
              <a:srgbClr val="2FC09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240" bIns="572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Google Shape;216;p26"/>
            <p:cNvSpPr/>
            <p:nvPr/>
          </p:nvSpPr>
          <p:spPr>
            <a:xfrm>
              <a:off x="3165840" y="1149120"/>
              <a:ext cx="310320" cy="305640"/>
            </a:xfrm>
            <a:custGeom>
              <a:avLst/>
              <a:gdLst>
                <a:gd name="textAreaLeft" fmla="*/ 0 w 310320"/>
                <a:gd name="textAreaRight" fmla="*/ 310680 w 310320"/>
                <a:gd name="textAreaTop" fmla="*/ 0 h 305640"/>
                <a:gd name="textAreaBottom" fmla="*/ 306000 h 305640"/>
              </a:gdLst>
              <a:ahLst/>
              <a:cxnLst/>
              <a:rect l="textAreaLeft" t="textAreaTop" r="textAreaRight" b="textAreaBottom"/>
              <a:pathLst>
                <a:path w="14111" h="13903">
                  <a:moveTo>
                    <a:pt x="7794" y="0"/>
                  </a:moveTo>
                  <a:cubicBezTo>
                    <a:pt x="6570" y="0"/>
                    <a:pt x="5313" y="362"/>
                    <a:pt x="4170" y="1160"/>
                  </a:cubicBezTo>
                  <a:cubicBezTo>
                    <a:pt x="0" y="4095"/>
                    <a:pt x="867" y="10533"/>
                    <a:pt x="5671" y="12235"/>
                  </a:cubicBezTo>
                  <a:lnTo>
                    <a:pt x="10007" y="13903"/>
                  </a:lnTo>
                  <a:lnTo>
                    <a:pt x="9207" y="12502"/>
                  </a:lnTo>
                  <a:cubicBezTo>
                    <a:pt x="12075" y="11834"/>
                    <a:pt x="14110" y="9266"/>
                    <a:pt x="14110" y="6330"/>
                  </a:cubicBezTo>
                  <a:cubicBezTo>
                    <a:pt x="14110" y="2591"/>
                    <a:pt x="11069" y="0"/>
                    <a:pt x="7794" y="0"/>
                  </a:cubicBezTo>
                  <a:close/>
                </a:path>
              </a:pathLst>
            </a:custGeom>
            <a:solidFill>
              <a:srgbClr val="2FC09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Google Shape;217;p26"/>
            <p:cNvSpPr/>
            <p:nvPr/>
          </p:nvSpPr>
          <p:spPr>
            <a:xfrm>
              <a:off x="3123360" y="1274760"/>
              <a:ext cx="227160" cy="224640"/>
            </a:xfrm>
            <a:custGeom>
              <a:avLst/>
              <a:gdLst>
                <a:gd name="textAreaLeft" fmla="*/ 0 w 227160"/>
                <a:gd name="textAreaRight" fmla="*/ 227520 w 227160"/>
                <a:gd name="textAreaTop" fmla="*/ 0 h 224640"/>
                <a:gd name="textAreaBottom" fmla="*/ 225000 h 224640"/>
              </a:gdLst>
              <a:ahLst/>
              <a:cxnLst/>
              <a:rect l="textAreaLeft" t="textAreaTop" r="textAreaRight" b="textAreaBottom"/>
              <a:pathLst>
                <a:path w="10342" h="10216">
                  <a:moveTo>
                    <a:pt x="4647" y="1"/>
                  </a:moveTo>
                  <a:cubicBezTo>
                    <a:pt x="2251" y="1"/>
                    <a:pt x="0" y="1897"/>
                    <a:pt x="0" y="4645"/>
                  </a:cubicBezTo>
                  <a:cubicBezTo>
                    <a:pt x="0" y="6780"/>
                    <a:pt x="1501" y="8648"/>
                    <a:pt x="3636" y="9148"/>
                  </a:cubicBezTo>
                  <a:lnTo>
                    <a:pt x="3002" y="10215"/>
                  </a:lnTo>
                  <a:lnTo>
                    <a:pt x="6205" y="8981"/>
                  </a:lnTo>
                  <a:cubicBezTo>
                    <a:pt x="9707" y="7714"/>
                    <a:pt x="10341" y="3010"/>
                    <a:pt x="7272" y="842"/>
                  </a:cubicBezTo>
                  <a:cubicBezTo>
                    <a:pt x="6449" y="263"/>
                    <a:pt x="5538" y="1"/>
                    <a:pt x="4647" y="1"/>
                  </a:cubicBez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Google Shape;218;p26"/>
            <p:cNvSpPr/>
            <p:nvPr/>
          </p:nvSpPr>
          <p:spPr>
            <a:xfrm>
              <a:off x="3472560" y="1675080"/>
              <a:ext cx="326520" cy="331560"/>
            </a:xfrm>
            <a:custGeom>
              <a:avLst/>
              <a:gdLst>
                <a:gd name="textAreaLeft" fmla="*/ 0 w 326520"/>
                <a:gd name="textAreaRight" fmla="*/ 326880 w 326520"/>
                <a:gd name="textAreaTop" fmla="*/ 0 h 331560"/>
                <a:gd name="textAreaBottom" fmla="*/ 331920 h 331560"/>
              </a:gdLst>
              <a:ahLst/>
              <a:cxnLst/>
              <a:rect l="textAreaLeft" t="textAreaTop" r="textAreaRight" b="textAreaBottom"/>
              <a:pathLst>
                <a:path w="14845" h="15079">
                  <a:moveTo>
                    <a:pt x="8707" y="1"/>
                  </a:moveTo>
                  <a:cubicBezTo>
                    <a:pt x="7072" y="1420"/>
                    <a:pt x="3782" y="2525"/>
                    <a:pt x="1608" y="2525"/>
                  </a:cubicBezTo>
                  <a:cubicBezTo>
                    <a:pt x="1431" y="2525"/>
                    <a:pt x="1262" y="2518"/>
                    <a:pt x="1101" y="2502"/>
                  </a:cubicBezTo>
                  <a:lnTo>
                    <a:pt x="1101" y="2502"/>
                  </a:lnTo>
                  <a:cubicBezTo>
                    <a:pt x="0" y="9507"/>
                    <a:pt x="5871" y="15078"/>
                    <a:pt x="5871" y="15078"/>
                  </a:cubicBezTo>
                  <a:cubicBezTo>
                    <a:pt x="5871" y="15078"/>
                    <a:pt x="13343" y="12009"/>
                    <a:pt x="14844" y="5104"/>
                  </a:cubicBezTo>
                  <a:cubicBezTo>
                    <a:pt x="12809" y="4504"/>
                    <a:pt x="9774" y="2069"/>
                    <a:pt x="8707" y="1"/>
                  </a:cubicBezTo>
                  <a:close/>
                </a:path>
              </a:pathLst>
            </a:custGeom>
            <a:solidFill>
              <a:srgbClr val="2FC09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Google Shape;219;p26"/>
            <p:cNvSpPr/>
            <p:nvPr/>
          </p:nvSpPr>
          <p:spPr>
            <a:xfrm>
              <a:off x="3510000" y="1708200"/>
              <a:ext cx="261720" cy="270720"/>
            </a:xfrm>
            <a:custGeom>
              <a:avLst/>
              <a:gdLst>
                <a:gd name="textAreaLeft" fmla="*/ 0 w 261720"/>
                <a:gd name="textAreaRight" fmla="*/ 262080 w 261720"/>
                <a:gd name="textAreaTop" fmla="*/ 0 h 270720"/>
                <a:gd name="textAreaBottom" fmla="*/ 271080 h 270720"/>
              </a:gdLst>
              <a:ahLst/>
              <a:cxnLst/>
              <a:rect l="textAreaLeft" t="textAreaTop" r="textAreaRight" b="textAreaBottom"/>
              <a:pathLst>
                <a:path w="11910" h="12310">
                  <a:moveTo>
                    <a:pt x="6705" y="1"/>
                  </a:moveTo>
                  <a:cubicBezTo>
                    <a:pt x="4771" y="1168"/>
                    <a:pt x="2569" y="1869"/>
                    <a:pt x="334" y="2036"/>
                  </a:cubicBezTo>
                  <a:cubicBezTo>
                    <a:pt x="1" y="6872"/>
                    <a:pt x="3169" y="10942"/>
                    <a:pt x="4404" y="12310"/>
                  </a:cubicBezTo>
                  <a:cubicBezTo>
                    <a:pt x="6072" y="11476"/>
                    <a:pt x="10475" y="8840"/>
                    <a:pt x="11909" y="4237"/>
                  </a:cubicBezTo>
                  <a:cubicBezTo>
                    <a:pt x="9874" y="3236"/>
                    <a:pt x="8106" y="1802"/>
                    <a:pt x="6705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Google Shape;220;p26"/>
            <p:cNvSpPr/>
            <p:nvPr/>
          </p:nvSpPr>
          <p:spPr>
            <a:xfrm>
              <a:off x="1950840" y="1121040"/>
              <a:ext cx="291240" cy="133200"/>
            </a:xfrm>
            <a:custGeom>
              <a:avLst/>
              <a:gdLst>
                <a:gd name="textAreaLeft" fmla="*/ 0 w 291240"/>
                <a:gd name="textAreaRight" fmla="*/ 291600 w 291240"/>
                <a:gd name="textAreaTop" fmla="*/ 0 h 133200"/>
                <a:gd name="textAreaBottom" fmla="*/ 133560 h 133200"/>
              </a:gdLst>
              <a:ahLst/>
              <a:cxnLst/>
              <a:rect l="textAreaLeft" t="textAreaTop" r="textAreaRight" b="textAreaBottom"/>
              <a:pathLst>
                <a:path w="13244" h="6072">
                  <a:moveTo>
                    <a:pt x="5705" y="1"/>
                  </a:moveTo>
                  <a:lnTo>
                    <a:pt x="1" y="6072"/>
                  </a:lnTo>
                  <a:lnTo>
                    <a:pt x="13244" y="3470"/>
                  </a:lnTo>
                  <a:lnTo>
                    <a:pt x="5705" y="1"/>
                  </a:lnTo>
                  <a:close/>
                </a:path>
              </a:pathLst>
            </a:custGeom>
            <a:solidFill>
              <a:srgbClr val="2FC09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6600" bIns="6660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" name="Google Shape;221;p26"/>
            <p:cNvSpPr/>
            <p:nvPr/>
          </p:nvSpPr>
          <p:spPr>
            <a:xfrm>
              <a:off x="1928880" y="1197000"/>
              <a:ext cx="376200" cy="267480"/>
            </a:xfrm>
            <a:custGeom>
              <a:avLst/>
              <a:gdLst>
                <a:gd name="textAreaLeft" fmla="*/ 0 w 376200"/>
                <a:gd name="textAreaRight" fmla="*/ 376560 w 376200"/>
                <a:gd name="textAreaTop" fmla="*/ 0 h 267480"/>
                <a:gd name="textAreaBottom" fmla="*/ 267840 h 267480"/>
              </a:gdLst>
              <a:ahLst/>
              <a:cxnLst/>
              <a:rect l="textAreaLeft" t="textAreaTop" r="textAreaRight" b="textAreaBottom"/>
              <a:pathLst>
                <a:path w="17113" h="12174">
                  <a:moveTo>
                    <a:pt x="14437" y="1"/>
                  </a:moveTo>
                  <a:cubicBezTo>
                    <a:pt x="14374" y="1"/>
                    <a:pt x="14309" y="6"/>
                    <a:pt x="14244" y="16"/>
                  </a:cubicBezTo>
                  <a:lnTo>
                    <a:pt x="1001" y="2618"/>
                  </a:lnTo>
                  <a:cubicBezTo>
                    <a:pt x="401" y="2718"/>
                    <a:pt x="0" y="3318"/>
                    <a:pt x="100" y="3919"/>
                  </a:cubicBezTo>
                  <a:lnTo>
                    <a:pt x="1535" y="11258"/>
                  </a:lnTo>
                  <a:cubicBezTo>
                    <a:pt x="1654" y="11796"/>
                    <a:pt x="2123" y="12173"/>
                    <a:pt x="2675" y="12173"/>
                  </a:cubicBezTo>
                  <a:cubicBezTo>
                    <a:pt x="2739" y="12173"/>
                    <a:pt x="2804" y="12168"/>
                    <a:pt x="2869" y="12158"/>
                  </a:cubicBezTo>
                  <a:lnTo>
                    <a:pt x="16112" y="9556"/>
                  </a:lnTo>
                  <a:cubicBezTo>
                    <a:pt x="16712" y="9456"/>
                    <a:pt x="17112" y="8856"/>
                    <a:pt x="17012" y="8255"/>
                  </a:cubicBezTo>
                  <a:lnTo>
                    <a:pt x="15578" y="917"/>
                  </a:lnTo>
                  <a:cubicBezTo>
                    <a:pt x="15458" y="378"/>
                    <a:pt x="14990" y="1"/>
                    <a:pt x="14437" y="1"/>
                  </a:cubicBezTo>
                  <a:close/>
                </a:path>
              </a:pathLst>
            </a:custGeom>
            <a:solidFill>
              <a:srgbClr val="2FC09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" name="Google Shape;222;p26"/>
            <p:cNvSpPr/>
            <p:nvPr/>
          </p:nvSpPr>
          <p:spPr>
            <a:xfrm>
              <a:off x="1950840" y="1197360"/>
              <a:ext cx="291240" cy="133200"/>
            </a:xfrm>
            <a:custGeom>
              <a:avLst/>
              <a:gdLst>
                <a:gd name="textAreaLeft" fmla="*/ 0 w 291240"/>
                <a:gd name="textAreaRight" fmla="*/ 291600 w 291240"/>
                <a:gd name="textAreaTop" fmla="*/ 0 h 133200"/>
                <a:gd name="textAreaBottom" fmla="*/ 133560 h 133200"/>
              </a:gdLst>
              <a:ahLst/>
              <a:cxnLst/>
              <a:rect l="textAreaLeft" t="textAreaTop" r="textAreaRight" b="textAreaBottom"/>
              <a:pathLst>
                <a:path w="13244" h="6072">
                  <a:moveTo>
                    <a:pt x="13244" y="0"/>
                  </a:moveTo>
                  <a:lnTo>
                    <a:pt x="1" y="2602"/>
                  </a:lnTo>
                  <a:lnTo>
                    <a:pt x="7573" y="6071"/>
                  </a:lnTo>
                  <a:lnTo>
                    <a:pt x="13244" y="0"/>
                  </a:lnTo>
                  <a:close/>
                </a:path>
              </a:pathLst>
            </a:custGeom>
            <a:solidFill>
              <a:srgbClr val="2F9C8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6600" bIns="6660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Google Shape;223;p26"/>
            <p:cNvSpPr/>
            <p:nvPr/>
          </p:nvSpPr>
          <p:spPr>
            <a:xfrm>
              <a:off x="1953720" y="1080360"/>
              <a:ext cx="261000" cy="250200"/>
            </a:xfrm>
            <a:custGeom>
              <a:avLst/>
              <a:gdLst>
                <a:gd name="textAreaLeft" fmla="*/ 0 w 261000"/>
                <a:gd name="textAreaRight" fmla="*/ 261360 w 261000"/>
                <a:gd name="textAreaTop" fmla="*/ 0 h 250200"/>
                <a:gd name="textAreaBottom" fmla="*/ 250560 h 250200"/>
              </a:gdLst>
              <a:ahLst/>
              <a:cxnLst/>
              <a:rect l="textAreaLeft" t="textAreaTop" r="textAreaRight" b="textAreaBottom"/>
              <a:pathLst>
                <a:path w="11876" h="11376">
                  <a:moveTo>
                    <a:pt x="9607" y="0"/>
                  </a:moveTo>
                  <a:lnTo>
                    <a:pt x="0" y="3269"/>
                  </a:lnTo>
                  <a:lnTo>
                    <a:pt x="1902" y="8840"/>
                  </a:lnTo>
                  <a:lnTo>
                    <a:pt x="7439" y="11375"/>
                  </a:lnTo>
                  <a:lnTo>
                    <a:pt x="11876" y="6638"/>
                  </a:lnTo>
                  <a:lnTo>
                    <a:pt x="9607" y="0"/>
                  </a:lnTo>
                  <a:close/>
                </a:path>
              </a:pathLst>
            </a:custGeom>
            <a:solidFill>
              <a:srgbClr val="2FC09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Google Shape;224;p26"/>
            <p:cNvSpPr/>
            <p:nvPr/>
          </p:nvSpPr>
          <p:spPr>
            <a:xfrm>
              <a:off x="1953720" y="1080360"/>
              <a:ext cx="261000" cy="250200"/>
            </a:xfrm>
            <a:custGeom>
              <a:avLst/>
              <a:gdLst>
                <a:gd name="textAreaLeft" fmla="*/ 0 w 261000"/>
                <a:gd name="textAreaRight" fmla="*/ 261360 w 261000"/>
                <a:gd name="textAreaTop" fmla="*/ 0 h 250200"/>
                <a:gd name="textAreaBottom" fmla="*/ 250560 h 250200"/>
              </a:gdLst>
              <a:ahLst/>
              <a:cxnLst/>
              <a:rect l="textAreaLeft" t="textAreaTop" r="textAreaRight" b="textAreaBottom"/>
              <a:pathLst>
                <a:path w="11876" h="11376">
                  <a:moveTo>
                    <a:pt x="9607" y="0"/>
                  </a:moveTo>
                  <a:lnTo>
                    <a:pt x="0" y="3269"/>
                  </a:lnTo>
                  <a:lnTo>
                    <a:pt x="1902" y="8840"/>
                  </a:lnTo>
                  <a:lnTo>
                    <a:pt x="7439" y="11375"/>
                  </a:lnTo>
                  <a:lnTo>
                    <a:pt x="11876" y="6638"/>
                  </a:lnTo>
                  <a:lnTo>
                    <a:pt x="960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Google Shape;225;p26"/>
            <p:cNvSpPr/>
            <p:nvPr/>
          </p:nvSpPr>
          <p:spPr>
            <a:xfrm>
              <a:off x="1724760" y="1624680"/>
              <a:ext cx="222840" cy="222120"/>
            </a:xfrm>
            <a:custGeom>
              <a:avLst/>
              <a:gdLst>
                <a:gd name="textAreaLeft" fmla="*/ 0 w 222840"/>
                <a:gd name="textAreaRight" fmla="*/ 223200 w 222840"/>
                <a:gd name="textAreaTop" fmla="*/ 0 h 222120"/>
                <a:gd name="textAreaBottom" fmla="*/ 222480 h 222120"/>
              </a:gdLst>
              <a:ahLst/>
              <a:cxnLst/>
              <a:rect l="textAreaLeft" t="textAreaTop" r="textAreaRight" b="textAreaBottom"/>
              <a:pathLst>
                <a:path w="10142" h="10108">
                  <a:moveTo>
                    <a:pt x="5063" y="2982"/>
                  </a:moveTo>
                  <a:cubicBezTo>
                    <a:pt x="5924" y="2982"/>
                    <a:pt x="6780" y="3500"/>
                    <a:pt x="7073" y="4470"/>
                  </a:cubicBezTo>
                  <a:cubicBezTo>
                    <a:pt x="7406" y="5604"/>
                    <a:pt x="6739" y="6738"/>
                    <a:pt x="5638" y="7072"/>
                  </a:cubicBezTo>
                  <a:cubicBezTo>
                    <a:pt x="5442" y="7127"/>
                    <a:pt x="5248" y="7153"/>
                    <a:pt x="5061" y="7153"/>
                  </a:cubicBezTo>
                  <a:cubicBezTo>
                    <a:pt x="3559" y="7153"/>
                    <a:pt x="2436" y="5493"/>
                    <a:pt x="3237" y="4070"/>
                  </a:cubicBezTo>
                  <a:cubicBezTo>
                    <a:pt x="3643" y="3332"/>
                    <a:pt x="4355" y="2982"/>
                    <a:pt x="5063" y="2982"/>
                  </a:cubicBezTo>
                  <a:close/>
                  <a:moveTo>
                    <a:pt x="4704" y="0"/>
                  </a:moveTo>
                  <a:lnTo>
                    <a:pt x="2703" y="567"/>
                  </a:lnTo>
                  <a:lnTo>
                    <a:pt x="2636" y="1334"/>
                  </a:lnTo>
                  <a:cubicBezTo>
                    <a:pt x="2403" y="1501"/>
                    <a:pt x="2169" y="1668"/>
                    <a:pt x="1969" y="1868"/>
                  </a:cubicBezTo>
                  <a:lnTo>
                    <a:pt x="1235" y="1735"/>
                  </a:lnTo>
                  <a:lnTo>
                    <a:pt x="234" y="3603"/>
                  </a:lnTo>
                  <a:lnTo>
                    <a:pt x="735" y="4136"/>
                  </a:lnTo>
                  <a:cubicBezTo>
                    <a:pt x="668" y="4437"/>
                    <a:pt x="635" y="4703"/>
                    <a:pt x="635" y="5004"/>
                  </a:cubicBezTo>
                  <a:lnTo>
                    <a:pt x="1" y="5437"/>
                  </a:lnTo>
                  <a:lnTo>
                    <a:pt x="601" y="7439"/>
                  </a:lnTo>
                  <a:lnTo>
                    <a:pt x="1335" y="7472"/>
                  </a:lnTo>
                  <a:cubicBezTo>
                    <a:pt x="1502" y="7739"/>
                    <a:pt x="1669" y="7939"/>
                    <a:pt x="1869" y="8173"/>
                  </a:cubicBezTo>
                  <a:lnTo>
                    <a:pt x="1769" y="8906"/>
                  </a:lnTo>
                  <a:lnTo>
                    <a:pt x="3604" y="9907"/>
                  </a:lnTo>
                  <a:lnTo>
                    <a:pt x="4137" y="9407"/>
                  </a:lnTo>
                  <a:cubicBezTo>
                    <a:pt x="4437" y="9473"/>
                    <a:pt x="4738" y="9507"/>
                    <a:pt x="5005" y="9507"/>
                  </a:cubicBezTo>
                  <a:lnTo>
                    <a:pt x="5438" y="10107"/>
                  </a:lnTo>
                  <a:lnTo>
                    <a:pt x="7440" y="9540"/>
                  </a:lnTo>
                  <a:lnTo>
                    <a:pt x="7473" y="8773"/>
                  </a:lnTo>
                  <a:cubicBezTo>
                    <a:pt x="7740" y="8606"/>
                    <a:pt x="7973" y="8439"/>
                    <a:pt x="8173" y="8239"/>
                  </a:cubicBezTo>
                  <a:lnTo>
                    <a:pt x="8907" y="8373"/>
                  </a:lnTo>
                  <a:lnTo>
                    <a:pt x="9908" y="6538"/>
                  </a:lnTo>
                  <a:lnTo>
                    <a:pt x="9408" y="5971"/>
                  </a:lnTo>
                  <a:cubicBezTo>
                    <a:pt x="9474" y="5704"/>
                    <a:pt x="9508" y="5404"/>
                    <a:pt x="9508" y="5137"/>
                  </a:cubicBezTo>
                  <a:lnTo>
                    <a:pt x="10142" y="4703"/>
                  </a:lnTo>
                  <a:lnTo>
                    <a:pt x="9541" y="2669"/>
                  </a:lnTo>
                  <a:lnTo>
                    <a:pt x="8807" y="2635"/>
                  </a:lnTo>
                  <a:cubicBezTo>
                    <a:pt x="8640" y="2402"/>
                    <a:pt x="8474" y="2168"/>
                    <a:pt x="8274" y="1968"/>
                  </a:cubicBezTo>
                  <a:lnTo>
                    <a:pt x="8374" y="1234"/>
                  </a:lnTo>
                  <a:lnTo>
                    <a:pt x="6539" y="200"/>
                  </a:lnTo>
                  <a:lnTo>
                    <a:pt x="5972" y="701"/>
                  </a:lnTo>
                  <a:cubicBezTo>
                    <a:pt x="5705" y="634"/>
                    <a:pt x="5405" y="600"/>
                    <a:pt x="5138" y="600"/>
                  </a:cubicBezTo>
                  <a:lnTo>
                    <a:pt x="4704" y="0"/>
                  </a:lnTo>
                  <a:close/>
                </a:path>
              </a:pathLst>
            </a:custGeom>
            <a:solidFill>
              <a:srgbClr val="2FC09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" name="Google Shape;226;p26"/>
            <p:cNvSpPr/>
            <p:nvPr/>
          </p:nvSpPr>
          <p:spPr>
            <a:xfrm>
              <a:off x="1588680" y="1623960"/>
              <a:ext cx="136080" cy="136080"/>
            </a:xfrm>
            <a:custGeom>
              <a:avLst/>
              <a:gdLst>
                <a:gd name="textAreaLeft" fmla="*/ 0 w 136080"/>
                <a:gd name="textAreaRight" fmla="*/ 136440 w 136080"/>
                <a:gd name="textAreaTop" fmla="*/ 0 h 136080"/>
                <a:gd name="textAreaBottom" fmla="*/ 136440 h 136080"/>
              </a:gdLst>
              <a:ahLst/>
              <a:cxnLst/>
              <a:rect l="textAreaLeft" t="textAreaTop" r="textAreaRight" b="textAreaBottom"/>
              <a:pathLst>
                <a:path w="6206" h="6206">
                  <a:moveTo>
                    <a:pt x="3106" y="995"/>
                  </a:moveTo>
                  <a:cubicBezTo>
                    <a:pt x="3975" y="995"/>
                    <a:pt x="4842" y="1524"/>
                    <a:pt x="5138" y="2502"/>
                  </a:cubicBezTo>
                  <a:cubicBezTo>
                    <a:pt x="5438" y="3603"/>
                    <a:pt x="4804" y="4771"/>
                    <a:pt x="3704" y="5104"/>
                  </a:cubicBezTo>
                  <a:cubicBezTo>
                    <a:pt x="3504" y="5160"/>
                    <a:pt x="3307" y="5186"/>
                    <a:pt x="3118" y="5186"/>
                  </a:cubicBezTo>
                  <a:cubicBezTo>
                    <a:pt x="1599" y="5186"/>
                    <a:pt x="501" y="3522"/>
                    <a:pt x="1302" y="2069"/>
                  </a:cubicBezTo>
                  <a:cubicBezTo>
                    <a:pt x="1704" y="1339"/>
                    <a:pt x="2405" y="995"/>
                    <a:pt x="3106" y="995"/>
                  </a:cubicBezTo>
                  <a:close/>
                  <a:moveTo>
                    <a:pt x="2903" y="1"/>
                  </a:moveTo>
                  <a:lnTo>
                    <a:pt x="1635" y="334"/>
                  </a:lnTo>
                  <a:lnTo>
                    <a:pt x="1602" y="801"/>
                  </a:lnTo>
                  <a:cubicBezTo>
                    <a:pt x="1469" y="901"/>
                    <a:pt x="1335" y="1001"/>
                    <a:pt x="1202" y="1135"/>
                  </a:cubicBezTo>
                  <a:lnTo>
                    <a:pt x="735" y="1068"/>
                  </a:lnTo>
                  <a:lnTo>
                    <a:pt x="134" y="2202"/>
                  </a:lnTo>
                  <a:lnTo>
                    <a:pt x="435" y="2536"/>
                  </a:lnTo>
                  <a:cubicBezTo>
                    <a:pt x="401" y="2703"/>
                    <a:pt x="368" y="2869"/>
                    <a:pt x="368" y="3070"/>
                  </a:cubicBezTo>
                  <a:lnTo>
                    <a:pt x="1" y="3303"/>
                  </a:lnTo>
                  <a:lnTo>
                    <a:pt x="368" y="4571"/>
                  </a:lnTo>
                  <a:lnTo>
                    <a:pt x="801" y="4604"/>
                  </a:lnTo>
                  <a:cubicBezTo>
                    <a:pt x="902" y="4737"/>
                    <a:pt x="1035" y="4871"/>
                    <a:pt x="1135" y="5004"/>
                  </a:cubicBezTo>
                  <a:lnTo>
                    <a:pt x="1068" y="5471"/>
                  </a:lnTo>
                  <a:lnTo>
                    <a:pt x="2202" y="6072"/>
                  </a:lnTo>
                  <a:lnTo>
                    <a:pt x="2536" y="5771"/>
                  </a:lnTo>
                  <a:cubicBezTo>
                    <a:pt x="2703" y="5805"/>
                    <a:pt x="2870" y="5838"/>
                    <a:pt x="3070" y="5838"/>
                  </a:cubicBezTo>
                  <a:lnTo>
                    <a:pt x="3337" y="6205"/>
                  </a:lnTo>
                  <a:lnTo>
                    <a:pt x="4571" y="5838"/>
                  </a:lnTo>
                  <a:lnTo>
                    <a:pt x="4604" y="5405"/>
                  </a:lnTo>
                  <a:cubicBezTo>
                    <a:pt x="4738" y="5304"/>
                    <a:pt x="4904" y="5204"/>
                    <a:pt x="5004" y="5071"/>
                  </a:cubicBezTo>
                  <a:lnTo>
                    <a:pt x="5471" y="5138"/>
                  </a:lnTo>
                  <a:lnTo>
                    <a:pt x="6105" y="4004"/>
                  </a:lnTo>
                  <a:lnTo>
                    <a:pt x="5772" y="3670"/>
                  </a:lnTo>
                  <a:cubicBezTo>
                    <a:pt x="5805" y="3503"/>
                    <a:pt x="5838" y="3336"/>
                    <a:pt x="5838" y="3136"/>
                  </a:cubicBezTo>
                  <a:lnTo>
                    <a:pt x="6205" y="2869"/>
                  </a:lnTo>
                  <a:lnTo>
                    <a:pt x="5872" y="1635"/>
                  </a:lnTo>
                  <a:lnTo>
                    <a:pt x="5405" y="1602"/>
                  </a:lnTo>
                  <a:cubicBezTo>
                    <a:pt x="5305" y="1468"/>
                    <a:pt x="5205" y="1335"/>
                    <a:pt x="5071" y="1202"/>
                  </a:cubicBezTo>
                  <a:lnTo>
                    <a:pt x="5138" y="735"/>
                  </a:lnTo>
                  <a:lnTo>
                    <a:pt x="4037" y="134"/>
                  </a:lnTo>
                  <a:lnTo>
                    <a:pt x="3670" y="434"/>
                  </a:lnTo>
                  <a:cubicBezTo>
                    <a:pt x="3503" y="401"/>
                    <a:pt x="3337" y="368"/>
                    <a:pt x="3170" y="368"/>
                  </a:cubicBezTo>
                  <a:lnTo>
                    <a:pt x="2903" y="1"/>
                  </a:ln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Google Shape;227;p26"/>
            <p:cNvSpPr/>
            <p:nvPr/>
          </p:nvSpPr>
          <p:spPr>
            <a:xfrm>
              <a:off x="2609280" y="1471680"/>
              <a:ext cx="132120" cy="156240"/>
            </a:xfrm>
            <a:custGeom>
              <a:avLst/>
              <a:gdLst>
                <a:gd name="textAreaLeft" fmla="*/ 0 w 132120"/>
                <a:gd name="textAreaRight" fmla="*/ 132480 w 132120"/>
                <a:gd name="textAreaTop" fmla="*/ 0 h 156240"/>
                <a:gd name="textAreaBottom" fmla="*/ 156600 h 156240"/>
              </a:gdLst>
              <a:ahLst/>
              <a:cxnLst/>
              <a:rect l="textAreaLeft" t="textAreaTop" r="textAreaRight" b="textAreaBottom"/>
              <a:pathLst>
                <a:path w="6023" h="7117">
                  <a:moveTo>
                    <a:pt x="3311" y="0"/>
                  </a:moveTo>
                  <a:cubicBezTo>
                    <a:pt x="1852" y="0"/>
                    <a:pt x="1239" y="1108"/>
                    <a:pt x="1268" y="2602"/>
                  </a:cubicBezTo>
                  <a:cubicBezTo>
                    <a:pt x="1335" y="4303"/>
                    <a:pt x="0" y="6771"/>
                    <a:pt x="1702" y="7105"/>
                  </a:cubicBezTo>
                  <a:cubicBezTo>
                    <a:pt x="1741" y="7113"/>
                    <a:pt x="1781" y="7116"/>
                    <a:pt x="1822" y="7116"/>
                  </a:cubicBezTo>
                  <a:cubicBezTo>
                    <a:pt x="3524" y="7116"/>
                    <a:pt x="6022" y="425"/>
                    <a:pt x="3970" y="66"/>
                  </a:cubicBezTo>
                  <a:cubicBezTo>
                    <a:pt x="3734" y="22"/>
                    <a:pt x="3514" y="0"/>
                    <a:pt x="3311" y="0"/>
                  </a:cubicBez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8120" bIns="7812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Google Shape;228;p26"/>
            <p:cNvSpPr/>
            <p:nvPr/>
          </p:nvSpPr>
          <p:spPr>
            <a:xfrm>
              <a:off x="2193120" y="2553120"/>
              <a:ext cx="570960" cy="1747080"/>
            </a:xfrm>
            <a:custGeom>
              <a:avLst/>
              <a:gdLst>
                <a:gd name="textAreaLeft" fmla="*/ 0 w 570960"/>
                <a:gd name="textAreaRight" fmla="*/ 571320 w 570960"/>
                <a:gd name="textAreaTop" fmla="*/ 0 h 1747080"/>
                <a:gd name="textAreaBottom" fmla="*/ 1747440 h 1747080"/>
              </a:gdLst>
              <a:ahLst/>
              <a:cxnLst/>
              <a:rect l="textAreaLeft" t="textAreaTop" r="textAreaRight" b="textAreaBottom"/>
              <a:pathLst>
                <a:path w="25953" h="79392">
                  <a:moveTo>
                    <a:pt x="10075" y="1"/>
                  </a:moveTo>
                  <a:cubicBezTo>
                    <a:pt x="10075" y="1"/>
                    <a:pt x="7640" y="27187"/>
                    <a:pt x="6272" y="38762"/>
                  </a:cubicBezTo>
                  <a:cubicBezTo>
                    <a:pt x="4838" y="50771"/>
                    <a:pt x="1" y="77423"/>
                    <a:pt x="1" y="77423"/>
                  </a:cubicBezTo>
                  <a:lnTo>
                    <a:pt x="6972" y="79391"/>
                  </a:lnTo>
                  <a:cubicBezTo>
                    <a:pt x="6972" y="79391"/>
                    <a:pt x="14778" y="53272"/>
                    <a:pt x="15779" y="38328"/>
                  </a:cubicBezTo>
                  <a:cubicBezTo>
                    <a:pt x="21550" y="21783"/>
                    <a:pt x="25953" y="234"/>
                    <a:pt x="25953" y="234"/>
                  </a:cubicBezTo>
                  <a:lnTo>
                    <a:pt x="10075" y="1"/>
                  </a:ln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Google Shape;229;p26"/>
            <p:cNvSpPr/>
            <p:nvPr/>
          </p:nvSpPr>
          <p:spPr>
            <a:xfrm>
              <a:off x="2583720" y="2822040"/>
              <a:ext cx="87840" cy="44100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441000"/>
                <a:gd name="textAreaBottom" fmla="*/ 441360 h 441000"/>
              </a:gdLst>
              <a:ahLst/>
              <a:cxnLst/>
              <a:rect l="textAreaLeft" t="textAreaTop" r="textAreaRight" b="textAreaBottom"/>
              <a:pathLst>
                <a:path w="4004" h="20049">
                  <a:moveTo>
                    <a:pt x="1035" y="1"/>
                  </a:moveTo>
                  <a:cubicBezTo>
                    <a:pt x="1035" y="1"/>
                    <a:pt x="568" y="12710"/>
                    <a:pt x="1" y="20048"/>
                  </a:cubicBezTo>
                  <a:cubicBezTo>
                    <a:pt x="1502" y="15278"/>
                    <a:pt x="2836" y="10375"/>
                    <a:pt x="4004" y="5872"/>
                  </a:cubicBezTo>
                  <a:lnTo>
                    <a:pt x="1035" y="1"/>
                  </a:lnTo>
                  <a:close/>
                </a:path>
              </a:pathLst>
            </a:custGeom>
            <a:solidFill>
              <a:srgbClr val="1C242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Google Shape;230;p26"/>
            <p:cNvSpPr/>
            <p:nvPr/>
          </p:nvSpPr>
          <p:spPr>
            <a:xfrm>
              <a:off x="2019600" y="4248000"/>
              <a:ext cx="321120" cy="252720"/>
            </a:xfrm>
            <a:custGeom>
              <a:avLst/>
              <a:gdLst>
                <a:gd name="textAreaLeft" fmla="*/ 0 w 321120"/>
                <a:gd name="textAreaRight" fmla="*/ 321480 w 321120"/>
                <a:gd name="textAreaTop" fmla="*/ 0 h 252720"/>
                <a:gd name="textAreaBottom" fmla="*/ 253080 h 252720"/>
              </a:gdLst>
              <a:ahLst/>
              <a:cxnLst/>
              <a:rect l="textAreaLeft" t="textAreaTop" r="textAreaRight" b="textAreaBottom"/>
              <a:pathLst>
                <a:path w="14611" h="11499">
                  <a:moveTo>
                    <a:pt x="8974" y="0"/>
                  </a:moveTo>
                  <a:cubicBezTo>
                    <a:pt x="8974" y="0"/>
                    <a:pt x="8106" y="4103"/>
                    <a:pt x="7439" y="5204"/>
                  </a:cubicBezTo>
                  <a:cubicBezTo>
                    <a:pt x="6095" y="5597"/>
                    <a:pt x="4623" y="6506"/>
                    <a:pt x="2041" y="6506"/>
                  </a:cubicBezTo>
                  <a:cubicBezTo>
                    <a:pt x="1995" y="6506"/>
                    <a:pt x="1949" y="6506"/>
                    <a:pt x="1902" y="6505"/>
                  </a:cubicBezTo>
                  <a:cubicBezTo>
                    <a:pt x="668" y="6505"/>
                    <a:pt x="1" y="8306"/>
                    <a:pt x="1502" y="8740"/>
                  </a:cubicBezTo>
                  <a:cubicBezTo>
                    <a:pt x="3937" y="9474"/>
                    <a:pt x="5805" y="9707"/>
                    <a:pt x="7906" y="10341"/>
                  </a:cubicBezTo>
                  <a:cubicBezTo>
                    <a:pt x="9674" y="10875"/>
                    <a:pt x="10108" y="11175"/>
                    <a:pt x="11142" y="11475"/>
                  </a:cubicBezTo>
                  <a:cubicBezTo>
                    <a:pt x="11194" y="11491"/>
                    <a:pt x="11248" y="11498"/>
                    <a:pt x="11301" y="11498"/>
                  </a:cubicBezTo>
                  <a:cubicBezTo>
                    <a:pt x="11583" y="11498"/>
                    <a:pt x="11853" y="11284"/>
                    <a:pt x="11909" y="10975"/>
                  </a:cubicBezTo>
                  <a:lnTo>
                    <a:pt x="12509" y="7606"/>
                  </a:lnTo>
                  <a:cubicBezTo>
                    <a:pt x="12943" y="5871"/>
                    <a:pt x="14611" y="2002"/>
                    <a:pt x="14611" y="2002"/>
                  </a:cubicBezTo>
                  <a:lnTo>
                    <a:pt x="8974" y="0"/>
                  </a:lnTo>
                  <a:close/>
                </a:path>
              </a:pathLst>
            </a:custGeom>
            <a:solidFill>
              <a:srgbClr val="2FC09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Google Shape;231;p26"/>
            <p:cNvSpPr/>
            <p:nvPr/>
          </p:nvSpPr>
          <p:spPr>
            <a:xfrm>
              <a:off x="2184120" y="4204800"/>
              <a:ext cx="187560" cy="117000"/>
            </a:xfrm>
            <a:custGeom>
              <a:avLst/>
              <a:gdLst>
                <a:gd name="textAreaLeft" fmla="*/ 0 w 187560"/>
                <a:gd name="textAreaRight" fmla="*/ 187920 w 187560"/>
                <a:gd name="textAreaTop" fmla="*/ 0 h 117000"/>
                <a:gd name="textAreaBottom" fmla="*/ 117360 h 117000"/>
              </a:gdLst>
              <a:ahLst/>
              <a:cxnLst/>
              <a:rect l="textAreaLeft" t="textAreaTop" r="textAreaRight" b="textAreaBottom"/>
              <a:pathLst>
                <a:path w="8540" h="5331">
                  <a:moveTo>
                    <a:pt x="1009" y="1"/>
                  </a:moveTo>
                  <a:cubicBezTo>
                    <a:pt x="759" y="1"/>
                    <a:pt x="523" y="185"/>
                    <a:pt x="468" y="460"/>
                  </a:cubicBezTo>
                  <a:lnTo>
                    <a:pt x="34" y="2795"/>
                  </a:lnTo>
                  <a:cubicBezTo>
                    <a:pt x="1" y="3062"/>
                    <a:pt x="167" y="3329"/>
                    <a:pt x="434" y="3396"/>
                  </a:cubicBezTo>
                  <a:lnTo>
                    <a:pt x="6805" y="5297"/>
                  </a:lnTo>
                  <a:cubicBezTo>
                    <a:pt x="6865" y="5320"/>
                    <a:pt x="6926" y="5330"/>
                    <a:pt x="6984" y="5330"/>
                  </a:cubicBezTo>
                  <a:cubicBezTo>
                    <a:pt x="7186" y="5330"/>
                    <a:pt x="7369" y="5204"/>
                    <a:pt x="7473" y="4997"/>
                  </a:cubicBezTo>
                  <a:lnTo>
                    <a:pt x="8407" y="2929"/>
                  </a:lnTo>
                  <a:cubicBezTo>
                    <a:pt x="8540" y="2662"/>
                    <a:pt x="8407" y="2295"/>
                    <a:pt x="8073" y="2195"/>
                  </a:cubicBezTo>
                  <a:lnTo>
                    <a:pt x="1168" y="27"/>
                  </a:lnTo>
                  <a:cubicBezTo>
                    <a:pt x="1115" y="9"/>
                    <a:pt x="1062" y="1"/>
                    <a:pt x="1009" y="1"/>
                  </a:cubicBez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8680" bIns="586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Google Shape;232;p26"/>
            <p:cNvSpPr/>
            <p:nvPr/>
          </p:nvSpPr>
          <p:spPr>
            <a:xfrm>
              <a:off x="2184120" y="4204800"/>
              <a:ext cx="187560" cy="117000"/>
            </a:xfrm>
            <a:custGeom>
              <a:avLst/>
              <a:gdLst>
                <a:gd name="textAreaLeft" fmla="*/ 0 w 187560"/>
                <a:gd name="textAreaRight" fmla="*/ 187920 w 187560"/>
                <a:gd name="textAreaTop" fmla="*/ 0 h 117000"/>
                <a:gd name="textAreaBottom" fmla="*/ 117360 h 117000"/>
              </a:gdLst>
              <a:ahLst/>
              <a:cxnLst/>
              <a:rect l="textAreaLeft" t="textAreaTop" r="textAreaRight" b="textAreaBottom"/>
              <a:pathLst>
                <a:path w="8540" h="5331">
                  <a:moveTo>
                    <a:pt x="1009" y="1"/>
                  </a:moveTo>
                  <a:cubicBezTo>
                    <a:pt x="759" y="1"/>
                    <a:pt x="523" y="185"/>
                    <a:pt x="468" y="460"/>
                  </a:cubicBezTo>
                  <a:lnTo>
                    <a:pt x="34" y="2795"/>
                  </a:lnTo>
                  <a:cubicBezTo>
                    <a:pt x="1" y="3062"/>
                    <a:pt x="167" y="3329"/>
                    <a:pt x="434" y="3396"/>
                  </a:cubicBezTo>
                  <a:lnTo>
                    <a:pt x="6805" y="5297"/>
                  </a:lnTo>
                  <a:cubicBezTo>
                    <a:pt x="6865" y="5320"/>
                    <a:pt x="6926" y="5330"/>
                    <a:pt x="6984" y="5330"/>
                  </a:cubicBezTo>
                  <a:cubicBezTo>
                    <a:pt x="7186" y="5330"/>
                    <a:pt x="7369" y="5204"/>
                    <a:pt x="7473" y="4997"/>
                  </a:cubicBezTo>
                  <a:lnTo>
                    <a:pt x="8407" y="2929"/>
                  </a:lnTo>
                  <a:cubicBezTo>
                    <a:pt x="8540" y="2662"/>
                    <a:pt x="8407" y="2295"/>
                    <a:pt x="8073" y="2195"/>
                  </a:cubicBezTo>
                  <a:lnTo>
                    <a:pt x="1168" y="27"/>
                  </a:lnTo>
                  <a:cubicBezTo>
                    <a:pt x="1115" y="9"/>
                    <a:pt x="1062" y="1"/>
                    <a:pt x="1009" y="1"/>
                  </a:cubicBezTo>
                  <a:close/>
                </a:path>
              </a:pathLst>
            </a:custGeom>
            <a:solidFill>
              <a:srgbClr val="B7B7B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8680" bIns="586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Google Shape;233;p26"/>
            <p:cNvSpPr/>
            <p:nvPr/>
          </p:nvSpPr>
          <p:spPr>
            <a:xfrm>
              <a:off x="2676960" y="4280760"/>
              <a:ext cx="256680" cy="218520"/>
            </a:xfrm>
            <a:custGeom>
              <a:avLst/>
              <a:gdLst>
                <a:gd name="textAreaLeft" fmla="*/ 0 w 256680"/>
                <a:gd name="textAreaRight" fmla="*/ 257040 w 256680"/>
                <a:gd name="textAreaTop" fmla="*/ 0 h 218520"/>
                <a:gd name="textAreaBottom" fmla="*/ 218880 h 218520"/>
              </a:gdLst>
              <a:ahLst/>
              <a:cxnLst/>
              <a:rect l="textAreaLeft" t="textAreaTop" r="textAreaRight" b="textAreaBottom"/>
              <a:pathLst>
                <a:path w="11676" h="9951">
                  <a:moveTo>
                    <a:pt x="10775" y="0"/>
                  </a:moveTo>
                  <a:lnTo>
                    <a:pt x="5171" y="134"/>
                  </a:lnTo>
                  <a:cubicBezTo>
                    <a:pt x="5171" y="134"/>
                    <a:pt x="5604" y="3870"/>
                    <a:pt x="5571" y="5204"/>
                  </a:cubicBezTo>
                  <a:cubicBezTo>
                    <a:pt x="4503" y="5971"/>
                    <a:pt x="3403" y="7005"/>
                    <a:pt x="1068" y="7706"/>
                  </a:cubicBezTo>
                  <a:cubicBezTo>
                    <a:pt x="0" y="8040"/>
                    <a:pt x="100" y="9941"/>
                    <a:pt x="1535" y="9941"/>
                  </a:cubicBezTo>
                  <a:cubicBezTo>
                    <a:pt x="1776" y="9948"/>
                    <a:pt x="2011" y="9951"/>
                    <a:pt x="2239" y="9951"/>
                  </a:cubicBezTo>
                  <a:cubicBezTo>
                    <a:pt x="4162" y="9951"/>
                    <a:pt x="5660" y="9738"/>
                    <a:pt x="7380" y="9738"/>
                  </a:cubicBezTo>
                  <a:cubicBezTo>
                    <a:pt x="7488" y="9738"/>
                    <a:pt x="7596" y="9739"/>
                    <a:pt x="7706" y="9741"/>
                  </a:cubicBezTo>
                  <a:cubicBezTo>
                    <a:pt x="9440" y="9774"/>
                    <a:pt x="9640" y="9941"/>
                    <a:pt x="10674" y="9941"/>
                  </a:cubicBezTo>
                  <a:cubicBezTo>
                    <a:pt x="11275" y="9941"/>
                    <a:pt x="11675" y="9374"/>
                    <a:pt x="11508" y="8807"/>
                  </a:cubicBezTo>
                  <a:lnTo>
                    <a:pt x="10841" y="5871"/>
                  </a:lnTo>
                  <a:cubicBezTo>
                    <a:pt x="10641" y="4103"/>
                    <a:pt x="10775" y="0"/>
                    <a:pt x="10775" y="0"/>
                  </a:cubicBezTo>
                  <a:close/>
                </a:path>
              </a:pathLst>
            </a:custGeom>
            <a:solidFill>
              <a:srgbClr val="2FC09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Google Shape;234;p26"/>
            <p:cNvSpPr/>
            <p:nvPr/>
          </p:nvSpPr>
          <p:spPr>
            <a:xfrm>
              <a:off x="2544840" y="2555640"/>
              <a:ext cx="402120" cy="1727280"/>
            </a:xfrm>
            <a:custGeom>
              <a:avLst/>
              <a:gdLst>
                <a:gd name="textAreaLeft" fmla="*/ 0 w 402120"/>
                <a:gd name="textAreaRight" fmla="*/ 402480 w 402120"/>
                <a:gd name="textAreaTop" fmla="*/ 0 h 1727280"/>
                <a:gd name="textAreaBottom" fmla="*/ 1727640 h 1727280"/>
              </a:gdLst>
              <a:ahLst/>
              <a:cxnLst/>
              <a:rect l="textAreaLeft" t="textAreaTop" r="textAreaRight" b="textAreaBottom"/>
              <a:pathLst>
                <a:path w="18281" h="78491">
                  <a:moveTo>
                    <a:pt x="1" y="1"/>
                  </a:moveTo>
                  <a:cubicBezTo>
                    <a:pt x="1" y="1"/>
                    <a:pt x="3870" y="27187"/>
                    <a:pt x="5772" y="38495"/>
                  </a:cubicBezTo>
                  <a:cubicBezTo>
                    <a:pt x="7673" y="49803"/>
                    <a:pt x="10342" y="78390"/>
                    <a:pt x="10342" y="78390"/>
                  </a:cubicBezTo>
                  <a:lnTo>
                    <a:pt x="17447" y="78490"/>
                  </a:lnTo>
                  <a:cubicBezTo>
                    <a:pt x="17447" y="78490"/>
                    <a:pt x="18281" y="50504"/>
                    <a:pt x="15545" y="37228"/>
                  </a:cubicBezTo>
                  <a:cubicBezTo>
                    <a:pt x="15045" y="20115"/>
                    <a:pt x="16980" y="10275"/>
                    <a:pt x="14445" y="2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Google Shape;235;p26"/>
            <p:cNvSpPr/>
            <p:nvPr/>
          </p:nvSpPr>
          <p:spPr>
            <a:xfrm>
              <a:off x="2756160" y="4233240"/>
              <a:ext cx="186120" cy="77400"/>
            </a:xfrm>
            <a:custGeom>
              <a:avLst/>
              <a:gdLst>
                <a:gd name="textAreaLeft" fmla="*/ 0 w 186120"/>
                <a:gd name="textAreaRight" fmla="*/ 186480 w 186120"/>
                <a:gd name="textAreaTop" fmla="*/ 0 h 77400"/>
                <a:gd name="textAreaBottom" fmla="*/ 77760 h 77400"/>
              </a:gdLst>
              <a:ahLst/>
              <a:cxnLst/>
              <a:rect l="textAreaLeft" t="textAreaTop" r="textAreaRight" b="textAreaBottom"/>
              <a:pathLst>
                <a:path w="8474" h="3540">
                  <a:moveTo>
                    <a:pt x="635" y="0"/>
                  </a:moveTo>
                  <a:cubicBezTo>
                    <a:pt x="268" y="0"/>
                    <a:pt x="1" y="300"/>
                    <a:pt x="67" y="667"/>
                  </a:cubicBezTo>
                  <a:lnTo>
                    <a:pt x="434" y="3002"/>
                  </a:lnTo>
                  <a:cubicBezTo>
                    <a:pt x="468" y="3236"/>
                    <a:pt x="668" y="3436"/>
                    <a:pt x="901" y="3436"/>
                  </a:cubicBezTo>
                  <a:lnTo>
                    <a:pt x="7606" y="3536"/>
                  </a:lnTo>
                  <a:cubicBezTo>
                    <a:pt x="7625" y="3538"/>
                    <a:pt x="7645" y="3539"/>
                    <a:pt x="7663" y="3539"/>
                  </a:cubicBezTo>
                  <a:cubicBezTo>
                    <a:pt x="7940" y="3539"/>
                    <a:pt x="8175" y="3317"/>
                    <a:pt x="8207" y="3036"/>
                  </a:cubicBezTo>
                  <a:lnTo>
                    <a:pt x="8440" y="834"/>
                  </a:lnTo>
                  <a:cubicBezTo>
                    <a:pt x="8473" y="501"/>
                    <a:pt x="8240" y="234"/>
                    <a:pt x="7940" y="234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Google Shape;236;p26"/>
            <p:cNvSpPr/>
            <p:nvPr/>
          </p:nvSpPr>
          <p:spPr>
            <a:xfrm>
              <a:off x="2756160" y="4233240"/>
              <a:ext cx="186120" cy="77400"/>
            </a:xfrm>
            <a:custGeom>
              <a:avLst/>
              <a:gdLst>
                <a:gd name="textAreaLeft" fmla="*/ 0 w 186120"/>
                <a:gd name="textAreaRight" fmla="*/ 186480 w 186120"/>
                <a:gd name="textAreaTop" fmla="*/ 0 h 77400"/>
                <a:gd name="textAreaBottom" fmla="*/ 77760 h 77400"/>
              </a:gdLst>
              <a:ahLst/>
              <a:cxnLst/>
              <a:rect l="textAreaLeft" t="textAreaTop" r="textAreaRight" b="textAreaBottom"/>
              <a:pathLst>
                <a:path w="8474" h="3540">
                  <a:moveTo>
                    <a:pt x="635" y="0"/>
                  </a:moveTo>
                  <a:cubicBezTo>
                    <a:pt x="268" y="0"/>
                    <a:pt x="1" y="300"/>
                    <a:pt x="67" y="667"/>
                  </a:cubicBezTo>
                  <a:lnTo>
                    <a:pt x="434" y="3002"/>
                  </a:lnTo>
                  <a:cubicBezTo>
                    <a:pt x="468" y="3236"/>
                    <a:pt x="668" y="3436"/>
                    <a:pt x="901" y="3436"/>
                  </a:cubicBezTo>
                  <a:lnTo>
                    <a:pt x="7606" y="3536"/>
                  </a:lnTo>
                  <a:cubicBezTo>
                    <a:pt x="7625" y="3538"/>
                    <a:pt x="7645" y="3539"/>
                    <a:pt x="7663" y="3539"/>
                  </a:cubicBezTo>
                  <a:cubicBezTo>
                    <a:pt x="7940" y="3539"/>
                    <a:pt x="8175" y="3317"/>
                    <a:pt x="8207" y="3036"/>
                  </a:cubicBezTo>
                  <a:lnTo>
                    <a:pt x="8440" y="834"/>
                  </a:lnTo>
                  <a:cubicBezTo>
                    <a:pt x="8473" y="501"/>
                    <a:pt x="8240" y="234"/>
                    <a:pt x="7940" y="234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rgbClr val="B7B7B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" name="Google Shape;237;p26"/>
            <p:cNvSpPr/>
            <p:nvPr/>
          </p:nvSpPr>
          <p:spPr>
            <a:xfrm>
              <a:off x="2118960" y="1587240"/>
              <a:ext cx="465120" cy="404280"/>
            </a:xfrm>
            <a:custGeom>
              <a:avLst/>
              <a:gdLst>
                <a:gd name="textAreaLeft" fmla="*/ 0 w 465120"/>
                <a:gd name="textAreaRight" fmla="*/ 465480 w 465120"/>
                <a:gd name="textAreaTop" fmla="*/ 0 h 404280"/>
                <a:gd name="textAreaBottom" fmla="*/ 404640 h 404280"/>
              </a:gdLst>
              <a:ahLst/>
              <a:cxnLst/>
              <a:rect l="textAreaLeft" t="textAreaTop" r="textAreaRight" b="textAreaBottom"/>
              <a:pathLst>
                <a:path w="21150" h="18378">
                  <a:moveTo>
                    <a:pt x="1810" y="0"/>
                  </a:moveTo>
                  <a:cubicBezTo>
                    <a:pt x="1176" y="0"/>
                    <a:pt x="547" y="384"/>
                    <a:pt x="401" y="1164"/>
                  </a:cubicBezTo>
                  <a:cubicBezTo>
                    <a:pt x="201" y="2332"/>
                    <a:pt x="101" y="3499"/>
                    <a:pt x="67" y="4667"/>
                  </a:cubicBezTo>
                  <a:cubicBezTo>
                    <a:pt x="1" y="5834"/>
                    <a:pt x="34" y="7035"/>
                    <a:pt x="134" y="8203"/>
                  </a:cubicBezTo>
                  <a:cubicBezTo>
                    <a:pt x="234" y="9404"/>
                    <a:pt x="434" y="10638"/>
                    <a:pt x="768" y="11805"/>
                  </a:cubicBezTo>
                  <a:cubicBezTo>
                    <a:pt x="1102" y="13073"/>
                    <a:pt x="1635" y="14307"/>
                    <a:pt x="2302" y="15441"/>
                  </a:cubicBezTo>
                  <a:cubicBezTo>
                    <a:pt x="2636" y="16008"/>
                    <a:pt x="3203" y="16409"/>
                    <a:pt x="3837" y="16542"/>
                  </a:cubicBezTo>
                  <a:lnTo>
                    <a:pt x="4037" y="16575"/>
                  </a:lnTo>
                  <a:cubicBezTo>
                    <a:pt x="5204" y="16842"/>
                    <a:pt x="6372" y="17076"/>
                    <a:pt x="7539" y="17242"/>
                  </a:cubicBezTo>
                  <a:cubicBezTo>
                    <a:pt x="8707" y="17443"/>
                    <a:pt x="9874" y="17643"/>
                    <a:pt x="11075" y="17776"/>
                  </a:cubicBezTo>
                  <a:cubicBezTo>
                    <a:pt x="12243" y="17943"/>
                    <a:pt x="13410" y="18076"/>
                    <a:pt x="14578" y="18176"/>
                  </a:cubicBezTo>
                  <a:cubicBezTo>
                    <a:pt x="15779" y="18277"/>
                    <a:pt x="16946" y="18343"/>
                    <a:pt x="18180" y="18377"/>
                  </a:cubicBezTo>
                  <a:cubicBezTo>
                    <a:pt x="18201" y="18377"/>
                    <a:pt x="18221" y="18377"/>
                    <a:pt x="18241" y="18377"/>
                  </a:cubicBezTo>
                  <a:cubicBezTo>
                    <a:pt x="19748" y="18377"/>
                    <a:pt x="20984" y="17155"/>
                    <a:pt x="21082" y="15641"/>
                  </a:cubicBezTo>
                  <a:cubicBezTo>
                    <a:pt x="21149" y="14107"/>
                    <a:pt x="19982" y="12773"/>
                    <a:pt x="18447" y="12606"/>
                  </a:cubicBezTo>
                  <a:lnTo>
                    <a:pt x="18414" y="12606"/>
                  </a:lnTo>
                  <a:lnTo>
                    <a:pt x="11642" y="12105"/>
                  </a:lnTo>
                  <a:cubicBezTo>
                    <a:pt x="9741" y="11939"/>
                    <a:pt x="7840" y="11772"/>
                    <a:pt x="5972" y="11572"/>
                  </a:cubicBezTo>
                  <a:cubicBezTo>
                    <a:pt x="5738" y="11138"/>
                    <a:pt x="5505" y="10704"/>
                    <a:pt x="5338" y="10271"/>
                  </a:cubicBezTo>
                  <a:cubicBezTo>
                    <a:pt x="4938" y="9337"/>
                    <a:pt x="4637" y="8403"/>
                    <a:pt x="4371" y="7469"/>
                  </a:cubicBezTo>
                  <a:cubicBezTo>
                    <a:pt x="4137" y="6501"/>
                    <a:pt x="3904" y="5467"/>
                    <a:pt x="3737" y="4433"/>
                  </a:cubicBezTo>
                  <a:cubicBezTo>
                    <a:pt x="3537" y="3399"/>
                    <a:pt x="3370" y="2365"/>
                    <a:pt x="3270" y="1331"/>
                  </a:cubicBezTo>
                  <a:lnTo>
                    <a:pt x="3270" y="1264"/>
                  </a:lnTo>
                  <a:cubicBezTo>
                    <a:pt x="3150" y="426"/>
                    <a:pt x="2477" y="0"/>
                    <a:pt x="1810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Google Shape;238;p26"/>
            <p:cNvSpPr/>
            <p:nvPr/>
          </p:nvSpPr>
          <p:spPr>
            <a:xfrm>
              <a:off x="2359080" y="1843920"/>
              <a:ext cx="355680" cy="207360"/>
            </a:xfrm>
            <a:custGeom>
              <a:avLst/>
              <a:gdLst>
                <a:gd name="textAreaLeft" fmla="*/ 0 w 355680"/>
                <a:gd name="textAreaRight" fmla="*/ 356040 w 355680"/>
                <a:gd name="textAreaTop" fmla="*/ 0 h 207360"/>
                <a:gd name="textAreaBottom" fmla="*/ 207720 h 207360"/>
              </a:gdLst>
              <a:ahLst/>
              <a:cxnLst/>
              <a:rect l="textAreaLeft" t="textAreaTop" r="textAreaRight" b="textAreaBottom"/>
              <a:pathLst>
                <a:path w="16179" h="9439">
                  <a:moveTo>
                    <a:pt x="734" y="1"/>
                  </a:moveTo>
                  <a:cubicBezTo>
                    <a:pt x="1" y="2936"/>
                    <a:pt x="67" y="6038"/>
                    <a:pt x="901" y="8974"/>
                  </a:cubicBezTo>
                  <a:cubicBezTo>
                    <a:pt x="901" y="8974"/>
                    <a:pt x="1811" y="9438"/>
                    <a:pt x="4214" y="9438"/>
                  </a:cubicBezTo>
                  <a:cubicBezTo>
                    <a:pt x="5031" y="9438"/>
                    <a:pt x="6021" y="9385"/>
                    <a:pt x="7206" y="9241"/>
                  </a:cubicBezTo>
                  <a:cubicBezTo>
                    <a:pt x="12443" y="8574"/>
                    <a:pt x="16179" y="2236"/>
                    <a:pt x="11809" y="1335"/>
                  </a:cubicBezTo>
                  <a:cubicBezTo>
                    <a:pt x="8140" y="635"/>
                    <a:pt x="4437" y="201"/>
                    <a:pt x="734" y="1"/>
                  </a:cubicBezTo>
                  <a:close/>
                </a:path>
              </a:pathLst>
            </a:custGeom>
            <a:solidFill>
              <a:srgbClr val="2FC09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" name="Google Shape;239;p26"/>
            <p:cNvSpPr/>
            <p:nvPr/>
          </p:nvSpPr>
          <p:spPr>
            <a:xfrm>
              <a:off x="2388960" y="1872720"/>
              <a:ext cx="578160" cy="736200"/>
            </a:xfrm>
            <a:custGeom>
              <a:avLst/>
              <a:gdLst>
                <a:gd name="textAreaLeft" fmla="*/ 0 w 578160"/>
                <a:gd name="textAreaRight" fmla="*/ 578520 w 578160"/>
                <a:gd name="textAreaTop" fmla="*/ 0 h 736200"/>
                <a:gd name="textAreaBottom" fmla="*/ 736560 h 736200"/>
              </a:gdLst>
              <a:ahLst/>
              <a:cxnLst/>
              <a:rect l="textAreaLeft" t="textAreaTop" r="textAreaRight" b="textAreaBottom"/>
              <a:pathLst>
                <a:path w="26286" h="33460">
                  <a:moveTo>
                    <a:pt x="10476" y="0"/>
                  </a:moveTo>
                  <a:cubicBezTo>
                    <a:pt x="6202" y="0"/>
                    <a:pt x="2890" y="2135"/>
                    <a:pt x="2068" y="6340"/>
                  </a:cubicBezTo>
                  <a:cubicBezTo>
                    <a:pt x="434" y="14912"/>
                    <a:pt x="0" y="23652"/>
                    <a:pt x="734" y="32358"/>
                  </a:cubicBezTo>
                  <a:cubicBezTo>
                    <a:pt x="750" y="33108"/>
                    <a:pt x="5442" y="33460"/>
                    <a:pt x="10427" y="33460"/>
                  </a:cubicBezTo>
                  <a:cubicBezTo>
                    <a:pt x="15643" y="33460"/>
                    <a:pt x="21180" y="33075"/>
                    <a:pt x="22016" y="32358"/>
                  </a:cubicBezTo>
                  <a:cubicBezTo>
                    <a:pt x="22716" y="26821"/>
                    <a:pt x="21916" y="20917"/>
                    <a:pt x="25552" y="8541"/>
                  </a:cubicBezTo>
                  <a:cubicBezTo>
                    <a:pt x="26286" y="6006"/>
                    <a:pt x="25151" y="2203"/>
                    <a:pt x="22616" y="1570"/>
                  </a:cubicBezTo>
                  <a:cubicBezTo>
                    <a:pt x="18680" y="669"/>
                    <a:pt x="14677" y="135"/>
                    <a:pt x="10674" y="2"/>
                  </a:cubicBezTo>
                  <a:cubicBezTo>
                    <a:pt x="10608" y="1"/>
                    <a:pt x="10542" y="0"/>
                    <a:pt x="1047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Google Shape;240;p26"/>
            <p:cNvSpPr/>
            <p:nvPr/>
          </p:nvSpPr>
          <p:spPr>
            <a:xfrm>
              <a:off x="2611440" y="1985760"/>
              <a:ext cx="18000" cy="28440"/>
            </a:xfrm>
            <a:custGeom>
              <a:avLst/>
              <a:gdLst>
                <a:gd name="textAreaLeft" fmla="*/ 0 w 18000"/>
                <a:gd name="textAreaRight" fmla="*/ 18360 w 18000"/>
                <a:gd name="textAreaTop" fmla="*/ 0 h 28440"/>
                <a:gd name="textAreaBottom" fmla="*/ 28800 h 28440"/>
              </a:gdLst>
              <a:ahLst/>
              <a:cxnLst/>
              <a:rect l="textAreaLeft" t="textAreaTop" r="textAreaRight" b="textAreaBottom"/>
              <a:pathLst>
                <a:path w="835" h="1308">
                  <a:moveTo>
                    <a:pt x="529" y="1"/>
                  </a:moveTo>
                  <a:cubicBezTo>
                    <a:pt x="342" y="1"/>
                    <a:pt x="161" y="227"/>
                    <a:pt x="67" y="571"/>
                  </a:cubicBezTo>
                  <a:cubicBezTo>
                    <a:pt x="0" y="938"/>
                    <a:pt x="67" y="1271"/>
                    <a:pt x="267" y="1305"/>
                  </a:cubicBezTo>
                  <a:cubicBezTo>
                    <a:pt x="280" y="1307"/>
                    <a:pt x="293" y="1308"/>
                    <a:pt x="305" y="1308"/>
                  </a:cubicBezTo>
                  <a:cubicBezTo>
                    <a:pt x="492" y="1308"/>
                    <a:pt x="674" y="1081"/>
                    <a:pt x="768" y="738"/>
                  </a:cubicBezTo>
                  <a:cubicBezTo>
                    <a:pt x="834" y="404"/>
                    <a:pt x="768" y="37"/>
                    <a:pt x="567" y="4"/>
                  </a:cubicBezTo>
                  <a:cubicBezTo>
                    <a:pt x="555" y="2"/>
                    <a:pt x="542" y="1"/>
                    <a:pt x="529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0" bIns="1440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Google Shape;241;p26"/>
            <p:cNvSpPr/>
            <p:nvPr/>
          </p:nvSpPr>
          <p:spPr>
            <a:xfrm>
              <a:off x="2842200" y="1663560"/>
              <a:ext cx="531360" cy="379800"/>
            </a:xfrm>
            <a:custGeom>
              <a:avLst/>
              <a:gdLst>
                <a:gd name="textAreaLeft" fmla="*/ 0 w 531360"/>
                <a:gd name="textAreaRight" fmla="*/ 531720 w 531360"/>
                <a:gd name="textAreaTop" fmla="*/ 0 h 379800"/>
                <a:gd name="textAreaBottom" fmla="*/ 380160 h 379800"/>
              </a:gdLst>
              <a:ahLst/>
              <a:cxnLst/>
              <a:rect l="textAreaLeft" t="textAreaTop" r="textAreaRight" b="textAreaBottom"/>
              <a:pathLst>
                <a:path w="24152" h="17265">
                  <a:moveTo>
                    <a:pt x="22555" y="0"/>
                  </a:moveTo>
                  <a:cubicBezTo>
                    <a:pt x="21938" y="0"/>
                    <a:pt x="21326" y="352"/>
                    <a:pt x="21116" y="1105"/>
                  </a:cubicBezTo>
                  <a:lnTo>
                    <a:pt x="21082" y="1205"/>
                  </a:lnTo>
                  <a:cubicBezTo>
                    <a:pt x="20815" y="2239"/>
                    <a:pt x="20482" y="3340"/>
                    <a:pt x="20115" y="4374"/>
                  </a:cubicBezTo>
                  <a:cubicBezTo>
                    <a:pt x="19781" y="5441"/>
                    <a:pt x="19414" y="6475"/>
                    <a:pt x="18981" y="7443"/>
                  </a:cubicBezTo>
                  <a:cubicBezTo>
                    <a:pt x="18580" y="8410"/>
                    <a:pt x="18080" y="9344"/>
                    <a:pt x="17580" y="10245"/>
                  </a:cubicBezTo>
                  <a:cubicBezTo>
                    <a:pt x="17313" y="10678"/>
                    <a:pt x="17013" y="11112"/>
                    <a:pt x="16712" y="11512"/>
                  </a:cubicBezTo>
                  <a:cubicBezTo>
                    <a:pt x="14711" y="11445"/>
                    <a:pt x="12676" y="11345"/>
                    <a:pt x="10675" y="11212"/>
                  </a:cubicBezTo>
                  <a:lnTo>
                    <a:pt x="3503" y="10712"/>
                  </a:lnTo>
                  <a:lnTo>
                    <a:pt x="3470" y="10712"/>
                  </a:lnTo>
                  <a:cubicBezTo>
                    <a:pt x="3368" y="10701"/>
                    <a:pt x="3268" y="10697"/>
                    <a:pt x="3168" y="10697"/>
                  </a:cubicBezTo>
                  <a:cubicBezTo>
                    <a:pt x="1624" y="10697"/>
                    <a:pt x="291" y="11882"/>
                    <a:pt x="134" y="13480"/>
                  </a:cubicBezTo>
                  <a:cubicBezTo>
                    <a:pt x="1" y="15148"/>
                    <a:pt x="1235" y="16649"/>
                    <a:pt x="2903" y="16783"/>
                  </a:cubicBezTo>
                  <a:cubicBezTo>
                    <a:pt x="4204" y="16949"/>
                    <a:pt x="5404" y="17049"/>
                    <a:pt x="6672" y="17116"/>
                  </a:cubicBezTo>
                  <a:cubicBezTo>
                    <a:pt x="7940" y="17216"/>
                    <a:pt x="9174" y="17250"/>
                    <a:pt x="10441" y="17250"/>
                  </a:cubicBezTo>
                  <a:cubicBezTo>
                    <a:pt x="10853" y="17261"/>
                    <a:pt x="11268" y="17264"/>
                    <a:pt x="11684" y="17264"/>
                  </a:cubicBezTo>
                  <a:cubicBezTo>
                    <a:pt x="12517" y="17264"/>
                    <a:pt x="13355" y="17250"/>
                    <a:pt x="14177" y="17250"/>
                  </a:cubicBezTo>
                  <a:cubicBezTo>
                    <a:pt x="15445" y="17250"/>
                    <a:pt x="16712" y="17150"/>
                    <a:pt x="17980" y="17083"/>
                  </a:cubicBezTo>
                  <a:lnTo>
                    <a:pt x="18214" y="17083"/>
                  </a:lnTo>
                  <a:cubicBezTo>
                    <a:pt x="18881" y="17049"/>
                    <a:pt x="19514" y="16716"/>
                    <a:pt x="19948" y="16182"/>
                  </a:cubicBezTo>
                  <a:cubicBezTo>
                    <a:pt x="20849" y="15081"/>
                    <a:pt x="21583" y="13881"/>
                    <a:pt x="22116" y="12580"/>
                  </a:cubicBezTo>
                  <a:cubicBezTo>
                    <a:pt x="22617" y="11412"/>
                    <a:pt x="23017" y="10178"/>
                    <a:pt x="23317" y="8910"/>
                  </a:cubicBezTo>
                  <a:cubicBezTo>
                    <a:pt x="23617" y="7676"/>
                    <a:pt x="23851" y="6442"/>
                    <a:pt x="23984" y="5208"/>
                  </a:cubicBezTo>
                  <a:cubicBezTo>
                    <a:pt x="24118" y="3940"/>
                    <a:pt x="24151" y="2706"/>
                    <a:pt x="24118" y="1472"/>
                  </a:cubicBezTo>
                  <a:cubicBezTo>
                    <a:pt x="24063" y="520"/>
                    <a:pt x="23305" y="0"/>
                    <a:pt x="2255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Google Shape;242;p26"/>
            <p:cNvSpPr/>
            <p:nvPr/>
          </p:nvSpPr>
          <p:spPr>
            <a:xfrm>
              <a:off x="2714400" y="1891440"/>
              <a:ext cx="371160" cy="21780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217800"/>
                <a:gd name="textAreaBottom" fmla="*/ 218160 h 217800"/>
              </a:gdLst>
              <a:ahLst/>
              <a:cxnLst/>
              <a:rect l="textAreaLeft" t="textAreaTop" r="textAreaRight" b="textAreaBottom"/>
              <a:pathLst>
                <a:path w="16880" h="9904">
                  <a:moveTo>
                    <a:pt x="8535" y="1"/>
                  </a:moveTo>
                  <a:cubicBezTo>
                    <a:pt x="7281" y="1"/>
                    <a:pt x="6026" y="27"/>
                    <a:pt x="4770" y="80"/>
                  </a:cubicBezTo>
                  <a:cubicBezTo>
                    <a:pt x="0" y="380"/>
                    <a:pt x="3003" y="7585"/>
                    <a:pt x="8340" y="9053"/>
                  </a:cubicBezTo>
                  <a:cubicBezTo>
                    <a:pt x="10820" y="9737"/>
                    <a:pt x="12511" y="9904"/>
                    <a:pt x="13570" y="9904"/>
                  </a:cubicBezTo>
                  <a:cubicBezTo>
                    <a:pt x="14576" y="9904"/>
                    <a:pt x="15011" y="9753"/>
                    <a:pt x="15011" y="9753"/>
                  </a:cubicBezTo>
                  <a:cubicBezTo>
                    <a:pt x="16345" y="6785"/>
                    <a:pt x="16879" y="3549"/>
                    <a:pt x="16546" y="347"/>
                  </a:cubicBezTo>
                  <a:cubicBezTo>
                    <a:pt x="13887" y="119"/>
                    <a:pt x="11213" y="1"/>
                    <a:pt x="8535" y="1"/>
                  </a:cubicBezTo>
                  <a:close/>
                </a:path>
              </a:pathLst>
            </a:custGeom>
            <a:solidFill>
              <a:srgbClr val="2FC09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" name="Google Shape;243;p26"/>
            <p:cNvSpPr/>
            <p:nvPr/>
          </p:nvSpPr>
          <p:spPr>
            <a:xfrm>
              <a:off x="3285360" y="1614960"/>
              <a:ext cx="142920" cy="120960"/>
            </a:xfrm>
            <a:custGeom>
              <a:avLst/>
              <a:gdLst>
                <a:gd name="textAreaLeft" fmla="*/ 0 w 142920"/>
                <a:gd name="textAreaRight" fmla="*/ 143280 w 142920"/>
                <a:gd name="textAreaTop" fmla="*/ 0 h 120960"/>
                <a:gd name="textAreaBottom" fmla="*/ 121320 h 120960"/>
              </a:gdLst>
              <a:ahLst/>
              <a:cxnLst/>
              <a:rect l="textAreaLeft" t="textAreaTop" r="textAreaRight" b="textAreaBottom"/>
              <a:pathLst>
                <a:path w="6505" h="5505">
                  <a:moveTo>
                    <a:pt x="2702" y="0"/>
                  </a:moveTo>
                  <a:cubicBezTo>
                    <a:pt x="2702" y="0"/>
                    <a:pt x="0" y="2569"/>
                    <a:pt x="1068" y="4237"/>
                  </a:cubicBezTo>
                  <a:lnTo>
                    <a:pt x="3236" y="5504"/>
                  </a:lnTo>
                  <a:lnTo>
                    <a:pt x="6505" y="3069"/>
                  </a:lnTo>
                  <a:lnTo>
                    <a:pt x="2702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0480" bIns="604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" name="Google Shape;244;p26"/>
            <p:cNvSpPr/>
            <p:nvPr/>
          </p:nvSpPr>
          <p:spPr>
            <a:xfrm>
              <a:off x="3344040" y="1566720"/>
              <a:ext cx="119520" cy="115560"/>
            </a:xfrm>
            <a:custGeom>
              <a:avLst/>
              <a:gdLst>
                <a:gd name="textAreaLeft" fmla="*/ 0 w 119520"/>
                <a:gd name="textAreaRight" fmla="*/ 119880 w 11952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5439" h="5267">
                  <a:moveTo>
                    <a:pt x="2348" y="1"/>
                  </a:moveTo>
                  <a:cubicBezTo>
                    <a:pt x="1931" y="1"/>
                    <a:pt x="1525" y="200"/>
                    <a:pt x="1268" y="563"/>
                  </a:cubicBezTo>
                  <a:lnTo>
                    <a:pt x="1" y="2197"/>
                  </a:lnTo>
                  <a:lnTo>
                    <a:pt x="3804" y="5266"/>
                  </a:lnTo>
                  <a:lnTo>
                    <a:pt x="5071" y="2998"/>
                  </a:lnTo>
                  <a:cubicBezTo>
                    <a:pt x="5438" y="2297"/>
                    <a:pt x="5238" y="1430"/>
                    <a:pt x="4537" y="1030"/>
                  </a:cubicBezTo>
                  <a:lnTo>
                    <a:pt x="3036" y="196"/>
                  </a:lnTo>
                  <a:cubicBezTo>
                    <a:pt x="2820" y="64"/>
                    <a:pt x="2582" y="1"/>
                    <a:pt x="2348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960" bIns="5796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" name="Google Shape;245;p26"/>
            <p:cNvSpPr/>
            <p:nvPr/>
          </p:nvSpPr>
          <p:spPr>
            <a:xfrm>
              <a:off x="2841480" y="1964520"/>
              <a:ext cx="614880" cy="327960"/>
            </a:xfrm>
            <a:custGeom>
              <a:avLst/>
              <a:gdLst>
                <a:gd name="textAreaLeft" fmla="*/ 0 w 614880"/>
                <a:gd name="textAreaRight" fmla="*/ 615240 w 614880"/>
                <a:gd name="textAreaTop" fmla="*/ 0 h 327960"/>
                <a:gd name="textAreaBottom" fmla="*/ 328320 h 327960"/>
              </a:gdLst>
              <a:ahLst/>
              <a:cxnLst/>
              <a:rect l="textAreaLeft" t="textAreaTop" r="textAreaRight" b="textAreaBottom"/>
              <a:pathLst>
                <a:path w="27951" h="14923">
                  <a:moveTo>
                    <a:pt x="4077" y="0"/>
                  </a:moveTo>
                  <a:cubicBezTo>
                    <a:pt x="1889" y="0"/>
                    <a:pt x="0" y="2741"/>
                    <a:pt x="1899" y="4870"/>
                  </a:cubicBezTo>
                  <a:cubicBezTo>
                    <a:pt x="2732" y="5770"/>
                    <a:pt x="3566" y="6571"/>
                    <a:pt x="4400" y="7405"/>
                  </a:cubicBezTo>
                  <a:cubicBezTo>
                    <a:pt x="5234" y="8239"/>
                    <a:pt x="6102" y="9039"/>
                    <a:pt x="7002" y="9840"/>
                  </a:cubicBezTo>
                  <a:cubicBezTo>
                    <a:pt x="7869" y="10607"/>
                    <a:pt x="8770" y="11374"/>
                    <a:pt x="9704" y="12141"/>
                  </a:cubicBezTo>
                  <a:cubicBezTo>
                    <a:pt x="10605" y="12875"/>
                    <a:pt x="11572" y="13609"/>
                    <a:pt x="12506" y="14343"/>
                  </a:cubicBezTo>
                  <a:lnTo>
                    <a:pt x="12706" y="14476"/>
                  </a:lnTo>
                  <a:cubicBezTo>
                    <a:pt x="13091" y="14759"/>
                    <a:pt x="13574" y="14922"/>
                    <a:pt x="14065" y="14922"/>
                  </a:cubicBezTo>
                  <a:cubicBezTo>
                    <a:pt x="14213" y="14922"/>
                    <a:pt x="14361" y="14908"/>
                    <a:pt x="14508" y="14877"/>
                  </a:cubicBezTo>
                  <a:cubicBezTo>
                    <a:pt x="15742" y="14643"/>
                    <a:pt x="16943" y="14310"/>
                    <a:pt x="18110" y="13909"/>
                  </a:cubicBezTo>
                  <a:cubicBezTo>
                    <a:pt x="19211" y="13476"/>
                    <a:pt x="20312" y="13009"/>
                    <a:pt x="21379" y="12475"/>
                  </a:cubicBezTo>
                  <a:cubicBezTo>
                    <a:pt x="22413" y="11941"/>
                    <a:pt x="23414" y="11374"/>
                    <a:pt x="24415" y="10774"/>
                  </a:cubicBezTo>
                  <a:cubicBezTo>
                    <a:pt x="25382" y="10140"/>
                    <a:pt x="26349" y="9506"/>
                    <a:pt x="27283" y="8806"/>
                  </a:cubicBezTo>
                  <a:cubicBezTo>
                    <a:pt x="27750" y="8405"/>
                    <a:pt x="27950" y="7738"/>
                    <a:pt x="27717" y="7138"/>
                  </a:cubicBezTo>
                  <a:cubicBezTo>
                    <a:pt x="27509" y="6566"/>
                    <a:pt x="26957" y="6217"/>
                    <a:pt x="26360" y="6217"/>
                  </a:cubicBezTo>
                  <a:cubicBezTo>
                    <a:pt x="26191" y="6217"/>
                    <a:pt x="26018" y="6245"/>
                    <a:pt x="25849" y="6304"/>
                  </a:cubicBezTo>
                  <a:lnTo>
                    <a:pt x="25816" y="6304"/>
                  </a:lnTo>
                  <a:cubicBezTo>
                    <a:pt x="24815" y="6671"/>
                    <a:pt x="23781" y="7071"/>
                    <a:pt x="22780" y="7438"/>
                  </a:cubicBezTo>
                  <a:cubicBezTo>
                    <a:pt x="21779" y="7772"/>
                    <a:pt x="20745" y="8139"/>
                    <a:pt x="19745" y="8439"/>
                  </a:cubicBezTo>
                  <a:cubicBezTo>
                    <a:pt x="18711" y="8772"/>
                    <a:pt x="17710" y="9039"/>
                    <a:pt x="16709" y="9273"/>
                  </a:cubicBezTo>
                  <a:cubicBezTo>
                    <a:pt x="16142" y="9406"/>
                    <a:pt x="15608" y="9506"/>
                    <a:pt x="15041" y="9606"/>
                  </a:cubicBezTo>
                  <a:cubicBezTo>
                    <a:pt x="13674" y="8305"/>
                    <a:pt x="12273" y="7004"/>
                    <a:pt x="10872" y="5637"/>
                  </a:cubicBezTo>
                  <a:lnTo>
                    <a:pt x="6068" y="867"/>
                  </a:lnTo>
                  <a:lnTo>
                    <a:pt x="6035" y="833"/>
                  </a:lnTo>
                  <a:cubicBezTo>
                    <a:pt x="5418" y="248"/>
                    <a:pt x="4734" y="0"/>
                    <a:pt x="407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Google Shape;246;p26"/>
            <p:cNvSpPr/>
            <p:nvPr/>
          </p:nvSpPr>
          <p:spPr>
            <a:xfrm>
              <a:off x="2794320" y="1904760"/>
              <a:ext cx="301680" cy="304560"/>
            </a:xfrm>
            <a:custGeom>
              <a:avLst/>
              <a:gdLst>
                <a:gd name="textAreaLeft" fmla="*/ 0 w 301680"/>
                <a:gd name="textAreaRight" fmla="*/ 302040 w 30168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13719" h="13848">
                  <a:moveTo>
                    <a:pt x="3892" y="0"/>
                  </a:moveTo>
                  <a:cubicBezTo>
                    <a:pt x="1280" y="0"/>
                    <a:pt x="1" y="5556"/>
                    <a:pt x="2510" y="9278"/>
                  </a:cubicBezTo>
                  <a:cubicBezTo>
                    <a:pt x="5112" y="13147"/>
                    <a:pt x="6847" y="13848"/>
                    <a:pt x="6847" y="13848"/>
                  </a:cubicBezTo>
                  <a:cubicBezTo>
                    <a:pt x="9582" y="12547"/>
                    <a:pt x="11950" y="10545"/>
                    <a:pt x="13718" y="8077"/>
                  </a:cubicBezTo>
                  <a:cubicBezTo>
                    <a:pt x="11116" y="5408"/>
                    <a:pt x="8348" y="2907"/>
                    <a:pt x="5446" y="605"/>
                  </a:cubicBezTo>
                  <a:cubicBezTo>
                    <a:pt x="4893" y="187"/>
                    <a:pt x="4370" y="0"/>
                    <a:pt x="3892" y="0"/>
                  </a:cubicBezTo>
                  <a:close/>
                </a:path>
              </a:pathLst>
            </a:custGeom>
            <a:solidFill>
              <a:srgbClr val="2FC09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Google Shape;247;p26"/>
            <p:cNvSpPr/>
            <p:nvPr/>
          </p:nvSpPr>
          <p:spPr>
            <a:xfrm>
              <a:off x="3390480" y="2049480"/>
              <a:ext cx="127440" cy="109800"/>
            </a:xfrm>
            <a:custGeom>
              <a:avLst/>
              <a:gdLst>
                <a:gd name="textAreaLeft" fmla="*/ 0 w 127440"/>
                <a:gd name="textAreaRight" fmla="*/ 127800 w 127440"/>
                <a:gd name="textAreaTop" fmla="*/ 0 h 109800"/>
                <a:gd name="textAreaBottom" fmla="*/ 110160 h 109800"/>
              </a:gdLst>
              <a:ahLst/>
              <a:cxnLst/>
              <a:rect l="textAreaLeft" t="textAreaTop" r="textAreaRight" b="textAreaBottom"/>
              <a:pathLst>
                <a:path w="5805" h="5005">
                  <a:moveTo>
                    <a:pt x="3103" y="1"/>
                  </a:moveTo>
                  <a:cubicBezTo>
                    <a:pt x="3103" y="1"/>
                    <a:pt x="0" y="1669"/>
                    <a:pt x="601" y="3503"/>
                  </a:cubicBezTo>
                  <a:lnTo>
                    <a:pt x="2169" y="5004"/>
                  </a:lnTo>
                  <a:lnTo>
                    <a:pt x="5804" y="3770"/>
                  </a:lnTo>
                  <a:lnTo>
                    <a:pt x="3103" y="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5080" bIns="550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Google Shape;248;p26"/>
            <p:cNvSpPr/>
            <p:nvPr/>
          </p:nvSpPr>
          <p:spPr>
            <a:xfrm>
              <a:off x="3456720" y="2018520"/>
              <a:ext cx="108360" cy="11304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13040"/>
                <a:gd name="textAreaBottom" fmla="*/ 113400 h 113040"/>
              </a:gdLst>
              <a:ahLst/>
              <a:cxnLst/>
              <a:rect l="textAreaLeft" t="textAreaTop" r="textAreaRight" b="textAreaBottom"/>
              <a:pathLst>
                <a:path w="4938" h="5148">
                  <a:moveTo>
                    <a:pt x="2341" y="1"/>
                  </a:moveTo>
                  <a:cubicBezTo>
                    <a:pt x="2063" y="1"/>
                    <a:pt x="1781" y="93"/>
                    <a:pt x="1535" y="278"/>
                  </a:cubicBezTo>
                  <a:lnTo>
                    <a:pt x="0" y="1479"/>
                  </a:lnTo>
                  <a:lnTo>
                    <a:pt x="2769" y="5148"/>
                  </a:lnTo>
                  <a:lnTo>
                    <a:pt x="4404" y="3447"/>
                  </a:lnTo>
                  <a:cubicBezTo>
                    <a:pt x="4937" y="2913"/>
                    <a:pt x="4937" y="2046"/>
                    <a:pt x="4404" y="1512"/>
                  </a:cubicBezTo>
                  <a:lnTo>
                    <a:pt x="3236" y="378"/>
                  </a:lnTo>
                  <a:cubicBezTo>
                    <a:pt x="2985" y="126"/>
                    <a:pt x="2666" y="1"/>
                    <a:pt x="2341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6520" bIns="5652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Google Shape;249;p26"/>
            <p:cNvSpPr/>
            <p:nvPr/>
          </p:nvSpPr>
          <p:spPr>
            <a:xfrm>
              <a:off x="2643120" y="1882800"/>
              <a:ext cx="184680" cy="124560"/>
            </a:xfrm>
            <a:custGeom>
              <a:avLst/>
              <a:gdLst>
                <a:gd name="textAreaLeft" fmla="*/ 0 w 184680"/>
                <a:gd name="textAreaRight" fmla="*/ 185040 w 184680"/>
                <a:gd name="textAreaTop" fmla="*/ 0 h 124560"/>
                <a:gd name="textAreaBottom" fmla="*/ 124920 h 124560"/>
              </a:gdLst>
              <a:ahLst/>
              <a:cxnLst/>
              <a:rect l="textAreaLeft" t="textAreaTop" r="textAreaRight" b="textAreaBottom"/>
              <a:pathLst>
                <a:path w="8407" h="5677">
                  <a:moveTo>
                    <a:pt x="7411" y="0"/>
                  </a:moveTo>
                  <a:cubicBezTo>
                    <a:pt x="7364" y="0"/>
                    <a:pt x="7339" y="6"/>
                    <a:pt x="7339" y="6"/>
                  </a:cubicBezTo>
                  <a:cubicBezTo>
                    <a:pt x="7339" y="6"/>
                    <a:pt x="4671" y="2307"/>
                    <a:pt x="1" y="3175"/>
                  </a:cubicBezTo>
                  <a:cubicBezTo>
                    <a:pt x="601" y="3875"/>
                    <a:pt x="901" y="4776"/>
                    <a:pt x="901" y="5676"/>
                  </a:cubicBezTo>
                  <a:cubicBezTo>
                    <a:pt x="4804" y="5009"/>
                    <a:pt x="8006" y="3108"/>
                    <a:pt x="8407" y="539"/>
                  </a:cubicBezTo>
                  <a:cubicBezTo>
                    <a:pt x="7925" y="58"/>
                    <a:pt x="7559" y="0"/>
                    <a:pt x="7411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2280" bIns="622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Google Shape;250;p26"/>
            <p:cNvSpPr/>
            <p:nvPr/>
          </p:nvSpPr>
          <p:spPr>
            <a:xfrm>
              <a:off x="2550600" y="1869480"/>
              <a:ext cx="104040" cy="115920"/>
            </a:xfrm>
            <a:custGeom>
              <a:avLst/>
              <a:gdLst>
                <a:gd name="textAreaLeft" fmla="*/ 0 w 104040"/>
                <a:gd name="textAreaRight" fmla="*/ 104400 w 104040"/>
                <a:gd name="textAreaTop" fmla="*/ 0 h 115920"/>
                <a:gd name="textAreaBottom" fmla="*/ 116280 h 115920"/>
              </a:gdLst>
              <a:ahLst/>
              <a:cxnLst/>
              <a:rect l="textAreaLeft" t="textAreaTop" r="textAreaRight" b="textAreaBottom"/>
              <a:pathLst>
                <a:path w="4738" h="5286">
                  <a:moveTo>
                    <a:pt x="4204" y="1"/>
                  </a:moveTo>
                  <a:cubicBezTo>
                    <a:pt x="3848" y="1"/>
                    <a:pt x="3492" y="60"/>
                    <a:pt x="3136" y="149"/>
                  </a:cubicBezTo>
                  <a:cubicBezTo>
                    <a:pt x="1935" y="749"/>
                    <a:pt x="1" y="3851"/>
                    <a:pt x="1502" y="5286"/>
                  </a:cubicBezTo>
                  <a:cubicBezTo>
                    <a:pt x="2202" y="4485"/>
                    <a:pt x="3170" y="3985"/>
                    <a:pt x="4204" y="3785"/>
                  </a:cubicBezTo>
                  <a:cubicBezTo>
                    <a:pt x="3103" y="916"/>
                    <a:pt x="4737" y="49"/>
                    <a:pt x="4737" y="49"/>
                  </a:cubicBezTo>
                  <a:cubicBezTo>
                    <a:pt x="4560" y="15"/>
                    <a:pt x="4382" y="1"/>
                    <a:pt x="4204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960" bIns="5796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Google Shape;251;p26"/>
            <p:cNvSpPr/>
            <p:nvPr/>
          </p:nvSpPr>
          <p:spPr>
            <a:xfrm>
              <a:off x="2599920" y="1684800"/>
              <a:ext cx="219240" cy="271440"/>
            </a:xfrm>
            <a:custGeom>
              <a:avLst/>
              <a:gdLst>
                <a:gd name="textAreaLeft" fmla="*/ 0 w 219240"/>
                <a:gd name="textAreaRight" fmla="*/ 219600 w 219240"/>
                <a:gd name="textAreaTop" fmla="*/ 0 h 271440"/>
                <a:gd name="textAreaBottom" fmla="*/ 271800 h 271440"/>
              </a:gdLst>
              <a:ahLst/>
              <a:cxnLst/>
              <a:rect l="textAreaLeft" t="textAreaTop" r="textAreaRight" b="textAreaBottom"/>
              <a:pathLst>
                <a:path w="9975" h="12346">
                  <a:moveTo>
                    <a:pt x="9974" y="0"/>
                  </a:moveTo>
                  <a:lnTo>
                    <a:pt x="4204" y="3870"/>
                  </a:lnTo>
                  <a:cubicBezTo>
                    <a:pt x="4471" y="5905"/>
                    <a:pt x="4337" y="8039"/>
                    <a:pt x="1835" y="8640"/>
                  </a:cubicBezTo>
                  <a:cubicBezTo>
                    <a:pt x="1235" y="8773"/>
                    <a:pt x="735" y="9174"/>
                    <a:pt x="468" y="9741"/>
                  </a:cubicBezTo>
                  <a:cubicBezTo>
                    <a:pt x="1" y="10841"/>
                    <a:pt x="134" y="12109"/>
                    <a:pt x="2603" y="12309"/>
                  </a:cubicBezTo>
                  <a:cubicBezTo>
                    <a:pt x="2869" y="12333"/>
                    <a:pt x="3136" y="12345"/>
                    <a:pt x="3402" y="12345"/>
                  </a:cubicBezTo>
                  <a:cubicBezTo>
                    <a:pt x="5331" y="12345"/>
                    <a:pt x="7220" y="11714"/>
                    <a:pt x="8774" y="10541"/>
                  </a:cubicBezTo>
                  <a:cubicBezTo>
                    <a:pt x="9274" y="10174"/>
                    <a:pt x="9474" y="9474"/>
                    <a:pt x="9241" y="8907"/>
                  </a:cubicBezTo>
                  <a:cubicBezTo>
                    <a:pt x="8273" y="6505"/>
                    <a:pt x="9241" y="2369"/>
                    <a:pt x="997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Google Shape;252;p26"/>
            <p:cNvSpPr/>
            <p:nvPr/>
          </p:nvSpPr>
          <p:spPr>
            <a:xfrm>
              <a:off x="2692080" y="1720080"/>
              <a:ext cx="75960" cy="842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84240"/>
                <a:gd name="textAreaBottom" fmla="*/ 84600 h 84240"/>
              </a:gdLst>
              <a:ahLst/>
              <a:cxnLst/>
              <a:rect l="textAreaLeft" t="textAreaTop" r="textAreaRight" b="textAreaBottom"/>
              <a:pathLst>
                <a:path w="3470" h="3837">
                  <a:moveTo>
                    <a:pt x="3403" y="0"/>
                  </a:moveTo>
                  <a:lnTo>
                    <a:pt x="1" y="2269"/>
                  </a:lnTo>
                  <a:cubicBezTo>
                    <a:pt x="67" y="2802"/>
                    <a:pt x="101" y="3303"/>
                    <a:pt x="101" y="3837"/>
                  </a:cubicBezTo>
                  <a:cubicBezTo>
                    <a:pt x="1268" y="3803"/>
                    <a:pt x="3036" y="2702"/>
                    <a:pt x="3303" y="1468"/>
                  </a:cubicBezTo>
                  <a:cubicBezTo>
                    <a:pt x="3436" y="1001"/>
                    <a:pt x="3470" y="501"/>
                    <a:pt x="3403" y="0"/>
                  </a:cubicBezTo>
                  <a:close/>
                </a:path>
              </a:pathLst>
            </a:custGeom>
            <a:solidFill>
              <a:srgbClr val="9E51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2120" bIns="4212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Google Shape;253;p26"/>
            <p:cNvSpPr/>
            <p:nvPr/>
          </p:nvSpPr>
          <p:spPr>
            <a:xfrm>
              <a:off x="2611800" y="1459080"/>
              <a:ext cx="281160" cy="323280"/>
            </a:xfrm>
            <a:custGeom>
              <a:avLst/>
              <a:gdLst>
                <a:gd name="textAreaLeft" fmla="*/ 0 w 281160"/>
                <a:gd name="textAreaRight" fmla="*/ 281520 w 281160"/>
                <a:gd name="textAreaTop" fmla="*/ 0 h 323280"/>
                <a:gd name="textAreaBottom" fmla="*/ 323640 h 323280"/>
              </a:gdLst>
              <a:ahLst/>
              <a:cxnLst/>
              <a:rect l="textAreaLeft" t="textAreaTop" r="textAreaRight" b="textAreaBottom"/>
              <a:pathLst>
                <a:path w="12794" h="14711">
                  <a:moveTo>
                    <a:pt x="6881" y="1"/>
                  </a:moveTo>
                  <a:cubicBezTo>
                    <a:pt x="6600" y="1"/>
                    <a:pt x="6313" y="24"/>
                    <a:pt x="6022" y="72"/>
                  </a:cubicBezTo>
                  <a:cubicBezTo>
                    <a:pt x="2086" y="673"/>
                    <a:pt x="151" y="5977"/>
                    <a:pt x="51" y="9479"/>
                  </a:cubicBezTo>
                  <a:cubicBezTo>
                    <a:pt x="1" y="12410"/>
                    <a:pt x="2324" y="14710"/>
                    <a:pt x="4976" y="14710"/>
                  </a:cubicBezTo>
                  <a:cubicBezTo>
                    <a:pt x="5825" y="14710"/>
                    <a:pt x="6707" y="14475"/>
                    <a:pt x="7556" y="13949"/>
                  </a:cubicBezTo>
                  <a:cubicBezTo>
                    <a:pt x="9891" y="12515"/>
                    <a:pt x="10425" y="10346"/>
                    <a:pt x="11593" y="6744"/>
                  </a:cubicBezTo>
                  <a:cubicBezTo>
                    <a:pt x="12794" y="3386"/>
                    <a:pt x="10269" y="1"/>
                    <a:pt x="6881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" name="Google Shape;254;p26"/>
            <p:cNvSpPr/>
            <p:nvPr/>
          </p:nvSpPr>
          <p:spPr>
            <a:xfrm>
              <a:off x="2602080" y="1498320"/>
              <a:ext cx="100080" cy="124200"/>
            </a:xfrm>
            <a:custGeom>
              <a:avLst/>
              <a:gdLst>
                <a:gd name="textAreaLeft" fmla="*/ 0 w 100080"/>
                <a:gd name="textAreaRight" fmla="*/ 100440 w 100080"/>
                <a:gd name="textAreaTop" fmla="*/ 0 h 124200"/>
                <a:gd name="textAreaBottom" fmla="*/ 124560 h 124200"/>
              </a:gdLst>
              <a:ahLst/>
              <a:cxnLst/>
              <a:rect l="textAreaLeft" t="textAreaTop" r="textAreaRight" b="textAreaBottom"/>
              <a:pathLst>
                <a:path w="4571" h="5662">
                  <a:moveTo>
                    <a:pt x="2836" y="224"/>
                  </a:moveTo>
                  <a:cubicBezTo>
                    <a:pt x="2970" y="224"/>
                    <a:pt x="3136" y="224"/>
                    <a:pt x="3270" y="291"/>
                  </a:cubicBezTo>
                  <a:cubicBezTo>
                    <a:pt x="3737" y="491"/>
                    <a:pt x="4104" y="925"/>
                    <a:pt x="4204" y="1458"/>
                  </a:cubicBezTo>
                  <a:cubicBezTo>
                    <a:pt x="4371" y="2125"/>
                    <a:pt x="4304" y="2793"/>
                    <a:pt x="4070" y="3460"/>
                  </a:cubicBezTo>
                  <a:cubicBezTo>
                    <a:pt x="3642" y="4658"/>
                    <a:pt x="2726" y="5466"/>
                    <a:pt x="1865" y="5466"/>
                  </a:cubicBezTo>
                  <a:cubicBezTo>
                    <a:pt x="1719" y="5466"/>
                    <a:pt x="1575" y="5443"/>
                    <a:pt x="1435" y="5394"/>
                  </a:cubicBezTo>
                  <a:cubicBezTo>
                    <a:pt x="968" y="5194"/>
                    <a:pt x="601" y="4761"/>
                    <a:pt x="501" y="4227"/>
                  </a:cubicBezTo>
                  <a:cubicBezTo>
                    <a:pt x="201" y="2859"/>
                    <a:pt x="701" y="1458"/>
                    <a:pt x="1802" y="591"/>
                  </a:cubicBezTo>
                  <a:cubicBezTo>
                    <a:pt x="2102" y="358"/>
                    <a:pt x="2436" y="224"/>
                    <a:pt x="2836" y="224"/>
                  </a:cubicBezTo>
                  <a:close/>
                  <a:moveTo>
                    <a:pt x="2769" y="0"/>
                  </a:moveTo>
                  <a:cubicBezTo>
                    <a:pt x="2384" y="0"/>
                    <a:pt x="1993" y="134"/>
                    <a:pt x="1669" y="424"/>
                  </a:cubicBezTo>
                  <a:cubicBezTo>
                    <a:pt x="534" y="1358"/>
                    <a:pt x="1" y="2826"/>
                    <a:pt x="301" y="4294"/>
                  </a:cubicBezTo>
                  <a:cubicBezTo>
                    <a:pt x="434" y="4861"/>
                    <a:pt x="835" y="5361"/>
                    <a:pt x="1368" y="5595"/>
                  </a:cubicBezTo>
                  <a:cubicBezTo>
                    <a:pt x="1535" y="5628"/>
                    <a:pt x="1702" y="5661"/>
                    <a:pt x="1869" y="5661"/>
                  </a:cubicBezTo>
                  <a:cubicBezTo>
                    <a:pt x="2836" y="5661"/>
                    <a:pt x="3837" y="4794"/>
                    <a:pt x="4270" y="3526"/>
                  </a:cubicBezTo>
                  <a:cubicBezTo>
                    <a:pt x="4537" y="2826"/>
                    <a:pt x="4571" y="2092"/>
                    <a:pt x="4404" y="1392"/>
                  </a:cubicBezTo>
                  <a:cubicBezTo>
                    <a:pt x="4271" y="526"/>
                    <a:pt x="3533" y="0"/>
                    <a:pt x="2769" y="0"/>
                  </a:cubicBez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2280" bIns="622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" name="Google Shape;255;p26"/>
            <p:cNvSpPr/>
            <p:nvPr/>
          </p:nvSpPr>
          <p:spPr>
            <a:xfrm>
              <a:off x="2693880" y="1532160"/>
              <a:ext cx="102600" cy="123840"/>
            </a:xfrm>
            <a:custGeom>
              <a:avLst/>
              <a:gdLst>
                <a:gd name="textAreaLeft" fmla="*/ 0 w 102600"/>
                <a:gd name="textAreaRight" fmla="*/ 102960 w 102600"/>
                <a:gd name="textAreaTop" fmla="*/ 0 h 123840"/>
                <a:gd name="textAreaBottom" fmla="*/ 124200 h 123840"/>
              </a:gdLst>
              <a:ahLst/>
              <a:cxnLst/>
              <a:rect l="textAreaLeft" t="textAreaTop" r="textAreaRight" b="textAreaBottom"/>
              <a:pathLst>
                <a:path w="4671" h="5640">
                  <a:moveTo>
                    <a:pt x="2936" y="202"/>
                  </a:moveTo>
                  <a:cubicBezTo>
                    <a:pt x="3069" y="202"/>
                    <a:pt x="3236" y="236"/>
                    <a:pt x="3369" y="269"/>
                  </a:cubicBezTo>
                  <a:cubicBezTo>
                    <a:pt x="3870" y="469"/>
                    <a:pt x="4203" y="903"/>
                    <a:pt x="4303" y="1436"/>
                  </a:cubicBezTo>
                  <a:cubicBezTo>
                    <a:pt x="4470" y="2104"/>
                    <a:pt x="4437" y="2804"/>
                    <a:pt x="4203" y="3438"/>
                  </a:cubicBezTo>
                  <a:cubicBezTo>
                    <a:pt x="3775" y="4636"/>
                    <a:pt x="2859" y="5444"/>
                    <a:pt x="1998" y="5444"/>
                  </a:cubicBezTo>
                  <a:cubicBezTo>
                    <a:pt x="1852" y="5444"/>
                    <a:pt x="1708" y="5421"/>
                    <a:pt x="1568" y="5373"/>
                  </a:cubicBezTo>
                  <a:cubicBezTo>
                    <a:pt x="601" y="5039"/>
                    <a:pt x="234" y="3605"/>
                    <a:pt x="734" y="2204"/>
                  </a:cubicBezTo>
                  <a:cubicBezTo>
                    <a:pt x="934" y="1570"/>
                    <a:pt x="1335" y="1003"/>
                    <a:pt x="1868" y="569"/>
                  </a:cubicBezTo>
                  <a:cubicBezTo>
                    <a:pt x="2169" y="336"/>
                    <a:pt x="2536" y="202"/>
                    <a:pt x="2936" y="202"/>
                  </a:cubicBezTo>
                  <a:close/>
                  <a:moveTo>
                    <a:pt x="2845" y="1"/>
                  </a:moveTo>
                  <a:cubicBezTo>
                    <a:pt x="2469" y="1"/>
                    <a:pt x="2088" y="127"/>
                    <a:pt x="1768" y="402"/>
                  </a:cubicBezTo>
                  <a:cubicBezTo>
                    <a:pt x="1201" y="836"/>
                    <a:pt x="768" y="1470"/>
                    <a:pt x="534" y="2137"/>
                  </a:cubicBezTo>
                  <a:cubicBezTo>
                    <a:pt x="0" y="3638"/>
                    <a:pt x="434" y="5172"/>
                    <a:pt x="1468" y="5573"/>
                  </a:cubicBezTo>
                  <a:cubicBezTo>
                    <a:pt x="1635" y="5606"/>
                    <a:pt x="1802" y="5639"/>
                    <a:pt x="1968" y="5639"/>
                  </a:cubicBezTo>
                  <a:cubicBezTo>
                    <a:pt x="2902" y="5639"/>
                    <a:pt x="3903" y="4772"/>
                    <a:pt x="4370" y="3505"/>
                  </a:cubicBezTo>
                  <a:cubicBezTo>
                    <a:pt x="4604" y="2837"/>
                    <a:pt x="4670" y="2070"/>
                    <a:pt x="4504" y="1370"/>
                  </a:cubicBezTo>
                  <a:cubicBezTo>
                    <a:pt x="4347" y="521"/>
                    <a:pt x="3607" y="1"/>
                    <a:pt x="2845" y="1"/>
                  </a:cubicBez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920" bIns="6192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" name="Google Shape;256;p26"/>
            <p:cNvSpPr/>
            <p:nvPr/>
          </p:nvSpPr>
          <p:spPr>
            <a:xfrm>
              <a:off x="2691360" y="1572840"/>
              <a:ext cx="18000" cy="9000"/>
            </a:xfrm>
            <a:custGeom>
              <a:avLst/>
              <a:gdLst>
                <a:gd name="textAreaLeft" fmla="*/ 0 w 18000"/>
                <a:gd name="textAreaRight" fmla="*/ 18360 w 1800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835" h="422">
                  <a:moveTo>
                    <a:pt x="237" y="0"/>
                  </a:moveTo>
                  <a:cubicBezTo>
                    <a:pt x="180" y="0"/>
                    <a:pt x="123" y="7"/>
                    <a:pt x="67" y="21"/>
                  </a:cubicBezTo>
                  <a:cubicBezTo>
                    <a:pt x="34" y="21"/>
                    <a:pt x="0" y="88"/>
                    <a:pt x="34" y="154"/>
                  </a:cubicBezTo>
                  <a:cubicBezTo>
                    <a:pt x="34" y="188"/>
                    <a:pt x="100" y="221"/>
                    <a:pt x="134" y="221"/>
                  </a:cubicBezTo>
                  <a:cubicBezTo>
                    <a:pt x="178" y="207"/>
                    <a:pt x="222" y="200"/>
                    <a:pt x="264" y="200"/>
                  </a:cubicBezTo>
                  <a:cubicBezTo>
                    <a:pt x="417" y="200"/>
                    <a:pt x="556" y="284"/>
                    <a:pt x="634" y="388"/>
                  </a:cubicBezTo>
                  <a:cubicBezTo>
                    <a:pt x="667" y="421"/>
                    <a:pt x="701" y="421"/>
                    <a:pt x="734" y="421"/>
                  </a:cubicBezTo>
                  <a:cubicBezTo>
                    <a:pt x="734" y="421"/>
                    <a:pt x="768" y="421"/>
                    <a:pt x="801" y="388"/>
                  </a:cubicBezTo>
                  <a:cubicBezTo>
                    <a:pt x="834" y="355"/>
                    <a:pt x="834" y="288"/>
                    <a:pt x="801" y="255"/>
                  </a:cubicBezTo>
                  <a:cubicBezTo>
                    <a:pt x="669" y="96"/>
                    <a:pt x="453" y="0"/>
                    <a:pt x="237" y="0"/>
                  </a:cubicBez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" name="Google Shape;257;p26"/>
            <p:cNvSpPr/>
            <p:nvPr/>
          </p:nvSpPr>
          <p:spPr>
            <a:xfrm>
              <a:off x="2783520" y="1610640"/>
              <a:ext cx="70560" cy="41760"/>
            </a:xfrm>
            <a:custGeom>
              <a:avLst/>
              <a:gdLst>
                <a:gd name="textAreaLeft" fmla="*/ 0 w 70560"/>
                <a:gd name="textAreaRight" fmla="*/ 70920 w 70560"/>
                <a:gd name="textAreaTop" fmla="*/ 0 h 41760"/>
                <a:gd name="textAreaBottom" fmla="*/ 42120 h 41760"/>
              </a:gdLst>
              <a:ahLst/>
              <a:cxnLst/>
              <a:rect l="textAreaLeft" t="textAreaTop" r="textAreaRight" b="textAreaBottom"/>
              <a:pathLst>
                <a:path w="3226" h="1906">
                  <a:moveTo>
                    <a:pt x="128" y="1"/>
                  </a:moveTo>
                  <a:cubicBezTo>
                    <a:pt x="19" y="1"/>
                    <a:pt x="0" y="174"/>
                    <a:pt x="123" y="204"/>
                  </a:cubicBezTo>
                  <a:cubicBezTo>
                    <a:pt x="123" y="204"/>
                    <a:pt x="924" y="371"/>
                    <a:pt x="3025" y="1906"/>
                  </a:cubicBezTo>
                  <a:lnTo>
                    <a:pt x="3092" y="1906"/>
                  </a:lnTo>
                  <a:cubicBezTo>
                    <a:pt x="3126" y="1906"/>
                    <a:pt x="3159" y="1906"/>
                    <a:pt x="3192" y="1872"/>
                  </a:cubicBezTo>
                  <a:cubicBezTo>
                    <a:pt x="3226" y="1839"/>
                    <a:pt x="3192" y="1772"/>
                    <a:pt x="3159" y="1739"/>
                  </a:cubicBezTo>
                  <a:cubicBezTo>
                    <a:pt x="991" y="171"/>
                    <a:pt x="190" y="4"/>
                    <a:pt x="157" y="4"/>
                  </a:cubicBezTo>
                  <a:cubicBezTo>
                    <a:pt x="147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" name="Google Shape;258;p26"/>
            <p:cNvSpPr/>
            <p:nvPr/>
          </p:nvSpPr>
          <p:spPr>
            <a:xfrm>
              <a:off x="2647080" y="1349280"/>
              <a:ext cx="350280" cy="325080"/>
            </a:xfrm>
            <a:custGeom>
              <a:avLst/>
              <a:gdLst>
                <a:gd name="textAreaLeft" fmla="*/ 0 w 350280"/>
                <a:gd name="textAreaRight" fmla="*/ 350640 w 350280"/>
                <a:gd name="textAreaTop" fmla="*/ 0 h 325080"/>
                <a:gd name="textAreaBottom" fmla="*/ 325440 h 325080"/>
              </a:gdLst>
              <a:ahLst/>
              <a:cxnLst/>
              <a:rect l="textAreaLeft" t="textAreaTop" r="textAreaRight" b="textAreaBottom"/>
              <a:pathLst>
                <a:path w="15938" h="14784">
                  <a:moveTo>
                    <a:pt x="4940" y="0"/>
                  </a:moveTo>
                  <a:cubicBezTo>
                    <a:pt x="3062" y="0"/>
                    <a:pt x="393" y="1194"/>
                    <a:pt x="159" y="3809"/>
                  </a:cubicBezTo>
                  <a:cubicBezTo>
                    <a:pt x="1" y="5648"/>
                    <a:pt x="1259" y="6854"/>
                    <a:pt x="2587" y="6854"/>
                  </a:cubicBezTo>
                  <a:cubicBezTo>
                    <a:pt x="2656" y="6854"/>
                    <a:pt x="2725" y="6851"/>
                    <a:pt x="2795" y="6844"/>
                  </a:cubicBezTo>
                  <a:cubicBezTo>
                    <a:pt x="2938" y="6829"/>
                    <a:pt x="3069" y="6822"/>
                    <a:pt x="3191" y="6822"/>
                  </a:cubicBezTo>
                  <a:cubicBezTo>
                    <a:pt x="5184" y="6822"/>
                    <a:pt x="4598" y="8716"/>
                    <a:pt x="8823" y="8716"/>
                  </a:cubicBezTo>
                  <a:cubicBezTo>
                    <a:pt x="8923" y="8716"/>
                    <a:pt x="9026" y="8714"/>
                    <a:pt x="9132" y="8712"/>
                  </a:cubicBezTo>
                  <a:lnTo>
                    <a:pt x="9132" y="8712"/>
                  </a:lnTo>
                  <a:cubicBezTo>
                    <a:pt x="7932" y="10180"/>
                    <a:pt x="9399" y="10847"/>
                    <a:pt x="8432" y="11448"/>
                  </a:cubicBezTo>
                  <a:cubicBezTo>
                    <a:pt x="7565" y="12015"/>
                    <a:pt x="6197" y="13482"/>
                    <a:pt x="7598" y="14783"/>
                  </a:cubicBezTo>
                  <a:cubicBezTo>
                    <a:pt x="9099" y="14683"/>
                    <a:pt x="10533" y="14316"/>
                    <a:pt x="11934" y="13749"/>
                  </a:cubicBezTo>
                  <a:cubicBezTo>
                    <a:pt x="14069" y="12749"/>
                    <a:pt x="15937" y="9013"/>
                    <a:pt x="12568" y="8179"/>
                  </a:cubicBezTo>
                  <a:cubicBezTo>
                    <a:pt x="12835" y="4943"/>
                    <a:pt x="10700" y="6277"/>
                    <a:pt x="8999" y="4743"/>
                  </a:cubicBezTo>
                  <a:cubicBezTo>
                    <a:pt x="7798" y="3642"/>
                    <a:pt x="8232" y="2508"/>
                    <a:pt x="5963" y="2308"/>
                  </a:cubicBezTo>
                  <a:cubicBezTo>
                    <a:pt x="5063" y="2208"/>
                    <a:pt x="4663" y="1007"/>
                    <a:pt x="6664" y="640"/>
                  </a:cubicBezTo>
                  <a:cubicBezTo>
                    <a:pt x="6404" y="220"/>
                    <a:pt x="5744" y="0"/>
                    <a:pt x="4940" y="0"/>
                  </a:cubicBez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" name="Google Shape;259;p26"/>
            <p:cNvSpPr/>
            <p:nvPr/>
          </p:nvSpPr>
          <p:spPr>
            <a:xfrm>
              <a:off x="2898000" y="1468800"/>
              <a:ext cx="75240" cy="61200"/>
            </a:xfrm>
            <a:custGeom>
              <a:avLst/>
              <a:gdLst>
                <a:gd name="textAreaLeft" fmla="*/ 0 w 75240"/>
                <a:gd name="textAreaRight" fmla="*/ 75600 w 75240"/>
                <a:gd name="textAreaTop" fmla="*/ 0 h 61200"/>
                <a:gd name="textAreaBottom" fmla="*/ 61560 h 61200"/>
              </a:gdLst>
              <a:ahLst/>
              <a:cxnLst/>
              <a:rect l="textAreaLeft" t="textAreaTop" r="textAreaRight" b="textAreaBottom"/>
              <a:pathLst>
                <a:path w="3437" h="2800">
                  <a:moveTo>
                    <a:pt x="2402" y="0"/>
                  </a:moveTo>
                  <a:lnTo>
                    <a:pt x="2402" y="0"/>
                  </a:lnTo>
                  <a:cubicBezTo>
                    <a:pt x="2569" y="1435"/>
                    <a:pt x="1435" y="2669"/>
                    <a:pt x="1" y="2669"/>
                  </a:cubicBezTo>
                  <a:cubicBezTo>
                    <a:pt x="388" y="2755"/>
                    <a:pt x="757" y="2799"/>
                    <a:pt x="1093" y="2799"/>
                  </a:cubicBezTo>
                  <a:cubicBezTo>
                    <a:pt x="2583" y="2799"/>
                    <a:pt x="3437" y="1933"/>
                    <a:pt x="2402" y="0"/>
                  </a:cubicBez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600" bIns="3060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" name="Google Shape;260;p26"/>
            <p:cNvSpPr/>
            <p:nvPr/>
          </p:nvSpPr>
          <p:spPr>
            <a:xfrm>
              <a:off x="2794680" y="1635480"/>
              <a:ext cx="100080" cy="81720"/>
            </a:xfrm>
            <a:custGeom>
              <a:avLst/>
              <a:gdLst>
                <a:gd name="textAreaLeft" fmla="*/ 0 w 100080"/>
                <a:gd name="textAreaRight" fmla="*/ 100440 w 100080"/>
                <a:gd name="textAreaTop" fmla="*/ 0 h 81720"/>
                <a:gd name="textAreaBottom" fmla="*/ 82080 h 81720"/>
              </a:gdLst>
              <a:ahLst/>
              <a:cxnLst/>
              <a:rect l="textAreaLeft" t="textAreaTop" r="textAreaRight" b="textAreaBottom"/>
              <a:pathLst>
                <a:path w="4561" h="3736">
                  <a:moveTo>
                    <a:pt x="3120" y="1"/>
                  </a:moveTo>
                  <a:cubicBezTo>
                    <a:pt x="2229" y="1"/>
                    <a:pt x="1198" y="900"/>
                    <a:pt x="691" y="1633"/>
                  </a:cubicBezTo>
                  <a:cubicBezTo>
                    <a:pt x="0" y="2619"/>
                    <a:pt x="120" y="3735"/>
                    <a:pt x="1241" y="3735"/>
                  </a:cubicBezTo>
                  <a:cubicBezTo>
                    <a:pt x="1258" y="3735"/>
                    <a:pt x="1274" y="3735"/>
                    <a:pt x="1291" y="3734"/>
                  </a:cubicBezTo>
                  <a:cubicBezTo>
                    <a:pt x="2192" y="3668"/>
                    <a:pt x="3026" y="3267"/>
                    <a:pt x="3693" y="2634"/>
                  </a:cubicBezTo>
                  <a:cubicBezTo>
                    <a:pt x="4494" y="1800"/>
                    <a:pt x="4560" y="532"/>
                    <a:pt x="3593" y="98"/>
                  </a:cubicBezTo>
                  <a:cubicBezTo>
                    <a:pt x="3443" y="31"/>
                    <a:pt x="3284" y="1"/>
                    <a:pt x="3120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040" bIns="410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Google Shape;261;p26"/>
            <p:cNvSpPr/>
            <p:nvPr/>
          </p:nvSpPr>
          <p:spPr>
            <a:xfrm>
              <a:off x="2825280" y="1658160"/>
              <a:ext cx="61920" cy="55440"/>
            </a:xfrm>
            <a:custGeom>
              <a:avLst/>
              <a:gdLst>
                <a:gd name="textAreaLeft" fmla="*/ 0 w 61920"/>
                <a:gd name="textAreaRight" fmla="*/ 62280 w 61920"/>
                <a:gd name="textAreaTop" fmla="*/ 0 h 55440"/>
                <a:gd name="textAreaBottom" fmla="*/ 55800 h 55440"/>
              </a:gdLst>
              <a:ahLst/>
              <a:cxnLst/>
              <a:rect l="textAreaLeft" t="textAreaTop" r="textAreaRight" b="textAreaBottom"/>
              <a:pathLst>
                <a:path w="2836" h="2540">
                  <a:moveTo>
                    <a:pt x="1738" y="0"/>
                  </a:moveTo>
                  <a:cubicBezTo>
                    <a:pt x="1375" y="0"/>
                    <a:pt x="965" y="172"/>
                    <a:pt x="634" y="503"/>
                  </a:cubicBezTo>
                  <a:cubicBezTo>
                    <a:pt x="100" y="1037"/>
                    <a:pt x="0" y="1837"/>
                    <a:pt x="401" y="2271"/>
                  </a:cubicBezTo>
                  <a:cubicBezTo>
                    <a:pt x="582" y="2452"/>
                    <a:pt x="826" y="2540"/>
                    <a:pt x="1089" y="2540"/>
                  </a:cubicBezTo>
                  <a:cubicBezTo>
                    <a:pt x="1456" y="2540"/>
                    <a:pt x="1857" y="2368"/>
                    <a:pt x="2169" y="2037"/>
                  </a:cubicBezTo>
                  <a:cubicBezTo>
                    <a:pt x="2736" y="1504"/>
                    <a:pt x="2836" y="703"/>
                    <a:pt x="2402" y="269"/>
                  </a:cubicBezTo>
                  <a:cubicBezTo>
                    <a:pt x="2235" y="88"/>
                    <a:pt x="1998" y="0"/>
                    <a:pt x="1738" y="0"/>
                  </a:cubicBez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7720" bIns="2772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" name="Google Shape;262;p26"/>
            <p:cNvSpPr/>
            <p:nvPr/>
          </p:nvSpPr>
          <p:spPr>
            <a:xfrm>
              <a:off x="2675520" y="1703160"/>
              <a:ext cx="39240" cy="3096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30960"/>
                <a:gd name="textAreaBottom" fmla="*/ 31320 h 30960"/>
              </a:gdLst>
              <a:ahLst/>
              <a:cxnLst/>
              <a:rect l="textAreaLeft" t="textAreaTop" r="textAreaRight" b="textAreaBottom"/>
              <a:pathLst>
                <a:path w="1807" h="1424">
                  <a:moveTo>
                    <a:pt x="937" y="1"/>
                  </a:moveTo>
                  <a:cubicBezTo>
                    <a:pt x="871" y="1"/>
                    <a:pt x="803" y="10"/>
                    <a:pt x="734" y="31"/>
                  </a:cubicBezTo>
                  <a:cubicBezTo>
                    <a:pt x="134" y="197"/>
                    <a:pt x="0" y="965"/>
                    <a:pt x="501" y="1332"/>
                  </a:cubicBezTo>
                  <a:cubicBezTo>
                    <a:pt x="625" y="1393"/>
                    <a:pt x="758" y="1423"/>
                    <a:pt x="889" y="1423"/>
                  </a:cubicBezTo>
                  <a:cubicBezTo>
                    <a:pt x="1182" y="1423"/>
                    <a:pt x="1463" y="1274"/>
                    <a:pt x="1602" y="998"/>
                  </a:cubicBezTo>
                  <a:cubicBezTo>
                    <a:pt x="1807" y="499"/>
                    <a:pt x="1419" y="1"/>
                    <a:pt x="937" y="1"/>
                  </a:cubicBez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" name="Google Shape;263;p26"/>
            <p:cNvSpPr/>
            <p:nvPr/>
          </p:nvSpPr>
          <p:spPr>
            <a:xfrm>
              <a:off x="2689920" y="1690200"/>
              <a:ext cx="159840" cy="36720"/>
            </a:xfrm>
            <a:custGeom>
              <a:avLst/>
              <a:gdLst>
                <a:gd name="textAreaLeft" fmla="*/ 0 w 159840"/>
                <a:gd name="textAreaRight" fmla="*/ 160200 w 159840"/>
                <a:gd name="textAreaTop" fmla="*/ 0 h 36720"/>
                <a:gd name="textAreaBottom" fmla="*/ 37080 h 36720"/>
              </a:gdLst>
              <a:ahLst/>
              <a:cxnLst/>
              <a:rect l="textAreaLeft" t="textAreaTop" r="textAreaRight" b="textAreaBottom"/>
              <a:pathLst>
                <a:path w="7286" h="1686">
                  <a:moveTo>
                    <a:pt x="7052" y="0"/>
                  </a:moveTo>
                  <a:cubicBezTo>
                    <a:pt x="7002" y="0"/>
                    <a:pt x="6952" y="17"/>
                    <a:pt x="6919" y="51"/>
                  </a:cubicBezTo>
                  <a:cubicBezTo>
                    <a:pt x="6068" y="854"/>
                    <a:pt x="4146" y="1256"/>
                    <a:pt x="2374" y="1256"/>
                  </a:cubicBezTo>
                  <a:cubicBezTo>
                    <a:pt x="1645" y="1256"/>
                    <a:pt x="941" y="1187"/>
                    <a:pt x="347" y="1051"/>
                  </a:cubicBezTo>
                  <a:cubicBezTo>
                    <a:pt x="327" y="1046"/>
                    <a:pt x="307" y="1044"/>
                    <a:pt x="289" y="1044"/>
                  </a:cubicBezTo>
                  <a:cubicBezTo>
                    <a:pt x="67" y="1044"/>
                    <a:pt x="1" y="1390"/>
                    <a:pt x="247" y="1452"/>
                  </a:cubicBezTo>
                  <a:cubicBezTo>
                    <a:pt x="948" y="1618"/>
                    <a:pt x="1681" y="1685"/>
                    <a:pt x="2382" y="1685"/>
                  </a:cubicBezTo>
                  <a:cubicBezTo>
                    <a:pt x="4250" y="1685"/>
                    <a:pt x="6285" y="1251"/>
                    <a:pt x="7185" y="351"/>
                  </a:cubicBezTo>
                  <a:cubicBezTo>
                    <a:pt x="7285" y="251"/>
                    <a:pt x="7285" y="117"/>
                    <a:pt x="7185" y="51"/>
                  </a:cubicBezTo>
                  <a:cubicBezTo>
                    <a:pt x="7152" y="17"/>
                    <a:pt x="7102" y="0"/>
                    <a:pt x="7052" y="0"/>
                  </a:cubicBez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360" bIns="1836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" name="Google Shape;264;p26"/>
            <p:cNvSpPr/>
            <p:nvPr/>
          </p:nvSpPr>
          <p:spPr>
            <a:xfrm>
              <a:off x="2723040" y="1584000"/>
              <a:ext cx="18720" cy="2340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3400"/>
                <a:gd name="textAreaBottom" fmla="*/ 23760 h 23400"/>
              </a:gdLst>
              <a:ahLst/>
              <a:cxnLst/>
              <a:rect l="textAreaLeft" t="textAreaTop" r="textAreaRight" b="textAreaBottom"/>
              <a:pathLst>
                <a:path w="868" h="1086">
                  <a:moveTo>
                    <a:pt x="554" y="0"/>
                  </a:moveTo>
                  <a:cubicBezTo>
                    <a:pt x="375" y="0"/>
                    <a:pt x="188" y="182"/>
                    <a:pt x="101" y="414"/>
                  </a:cubicBezTo>
                  <a:cubicBezTo>
                    <a:pt x="1" y="714"/>
                    <a:pt x="67" y="1014"/>
                    <a:pt x="268" y="1081"/>
                  </a:cubicBezTo>
                  <a:cubicBezTo>
                    <a:pt x="284" y="1084"/>
                    <a:pt x="302" y="1085"/>
                    <a:pt x="319" y="1085"/>
                  </a:cubicBezTo>
                  <a:cubicBezTo>
                    <a:pt x="506" y="1085"/>
                    <a:pt x="710" y="922"/>
                    <a:pt x="801" y="647"/>
                  </a:cubicBezTo>
                  <a:cubicBezTo>
                    <a:pt x="868" y="347"/>
                    <a:pt x="801" y="80"/>
                    <a:pt x="634" y="13"/>
                  </a:cubicBezTo>
                  <a:cubicBezTo>
                    <a:pt x="608" y="5"/>
                    <a:pt x="581" y="0"/>
                    <a:pt x="554" y="0"/>
                  </a:cubicBez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880" bIns="118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Google Shape;265;p26"/>
            <p:cNvSpPr/>
            <p:nvPr/>
          </p:nvSpPr>
          <p:spPr>
            <a:xfrm>
              <a:off x="2643840" y="1556280"/>
              <a:ext cx="19440" cy="23400"/>
            </a:xfrm>
            <a:custGeom>
              <a:avLst/>
              <a:gdLst>
                <a:gd name="textAreaLeft" fmla="*/ 0 w 19440"/>
                <a:gd name="textAreaRight" fmla="*/ 19800 w 19440"/>
                <a:gd name="textAreaTop" fmla="*/ 0 h 23400"/>
                <a:gd name="textAreaBottom" fmla="*/ 23760 h 23400"/>
              </a:gdLst>
              <a:ahLst/>
              <a:cxnLst/>
              <a:rect l="textAreaLeft" t="textAreaTop" r="textAreaRight" b="textAreaBottom"/>
              <a:pathLst>
                <a:path w="901" h="1086">
                  <a:moveTo>
                    <a:pt x="590" y="1"/>
                  </a:moveTo>
                  <a:cubicBezTo>
                    <a:pt x="423" y="1"/>
                    <a:pt x="192" y="164"/>
                    <a:pt x="100" y="438"/>
                  </a:cubicBezTo>
                  <a:cubicBezTo>
                    <a:pt x="0" y="739"/>
                    <a:pt x="100" y="1006"/>
                    <a:pt x="267" y="1072"/>
                  </a:cubicBezTo>
                  <a:cubicBezTo>
                    <a:pt x="293" y="1081"/>
                    <a:pt x="320" y="1085"/>
                    <a:pt x="347" y="1085"/>
                  </a:cubicBezTo>
                  <a:cubicBezTo>
                    <a:pt x="526" y="1085"/>
                    <a:pt x="714" y="904"/>
                    <a:pt x="801" y="672"/>
                  </a:cubicBezTo>
                  <a:cubicBezTo>
                    <a:pt x="901" y="372"/>
                    <a:pt x="834" y="72"/>
                    <a:pt x="634" y="5"/>
                  </a:cubicBezTo>
                  <a:cubicBezTo>
                    <a:pt x="620" y="2"/>
                    <a:pt x="605" y="1"/>
                    <a:pt x="590" y="1"/>
                  </a:cubicBez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880" bIns="118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Google Shape;266;p26"/>
            <p:cNvSpPr/>
            <p:nvPr/>
          </p:nvSpPr>
          <p:spPr>
            <a:xfrm>
              <a:off x="2632680" y="1592280"/>
              <a:ext cx="56880" cy="54720"/>
            </a:xfrm>
            <a:custGeom>
              <a:avLst/>
              <a:gdLst>
                <a:gd name="textAreaLeft" fmla="*/ 0 w 56880"/>
                <a:gd name="textAreaRight" fmla="*/ 57240 w 56880"/>
                <a:gd name="textAreaTop" fmla="*/ 0 h 54720"/>
                <a:gd name="textAreaBottom" fmla="*/ 55080 h 54720"/>
              </a:gdLst>
              <a:ahLst/>
              <a:cxnLst/>
              <a:rect l="textAreaLeft" t="textAreaTop" r="textAreaRight" b="textAreaBottom"/>
              <a:pathLst>
                <a:path w="2603" h="2503">
                  <a:moveTo>
                    <a:pt x="2603" y="0"/>
                  </a:moveTo>
                  <a:lnTo>
                    <a:pt x="2603" y="0"/>
                  </a:lnTo>
                  <a:cubicBezTo>
                    <a:pt x="1702" y="467"/>
                    <a:pt x="835" y="968"/>
                    <a:pt x="1" y="1535"/>
                  </a:cubicBezTo>
                  <a:cubicBezTo>
                    <a:pt x="201" y="2235"/>
                    <a:pt x="1302" y="2502"/>
                    <a:pt x="1302" y="2502"/>
                  </a:cubicBezTo>
                  <a:lnTo>
                    <a:pt x="2603" y="0"/>
                  </a:lnTo>
                  <a:close/>
                </a:path>
              </a:pathLst>
            </a:custGeom>
            <a:solidFill>
              <a:srgbClr val="FF565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7360" bIns="2736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Google Shape;267;p26"/>
            <p:cNvSpPr/>
            <p:nvPr/>
          </p:nvSpPr>
          <p:spPr>
            <a:xfrm>
              <a:off x="2661480" y="1668240"/>
              <a:ext cx="54000" cy="1008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470" h="469">
                  <a:moveTo>
                    <a:pt x="2390" y="1"/>
                  </a:moveTo>
                  <a:cubicBezTo>
                    <a:pt x="2369" y="1"/>
                    <a:pt x="2350" y="9"/>
                    <a:pt x="2336" y="22"/>
                  </a:cubicBezTo>
                  <a:cubicBezTo>
                    <a:pt x="1977" y="210"/>
                    <a:pt x="1592" y="302"/>
                    <a:pt x="1208" y="302"/>
                  </a:cubicBezTo>
                  <a:cubicBezTo>
                    <a:pt x="842" y="302"/>
                    <a:pt x="476" y="219"/>
                    <a:pt x="134" y="56"/>
                  </a:cubicBezTo>
                  <a:cubicBezTo>
                    <a:pt x="124" y="46"/>
                    <a:pt x="112" y="42"/>
                    <a:pt x="98" y="42"/>
                  </a:cubicBezTo>
                  <a:cubicBezTo>
                    <a:pt x="65" y="42"/>
                    <a:pt x="24" y="66"/>
                    <a:pt x="1" y="89"/>
                  </a:cubicBezTo>
                  <a:cubicBezTo>
                    <a:pt x="1" y="123"/>
                    <a:pt x="1" y="189"/>
                    <a:pt x="34" y="223"/>
                  </a:cubicBezTo>
                  <a:cubicBezTo>
                    <a:pt x="167" y="256"/>
                    <a:pt x="301" y="323"/>
                    <a:pt x="434" y="356"/>
                  </a:cubicBezTo>
                  <a:cubicBezTo>
                    <a:pt x="672" y="431"/>
                    <a:pt x="924" y="469"/>
                    <a:pt x="1179" y="469"/>
                  </a:cubicBezTo>
                  <a:cubicBezTo>
                    <a:pt x="1604" y="469"/>
                    <a:pt x="2040" y="364"/>
                    <a:pt x="2436" y="156"/>
                  </a:cubicBezTo>
                  <a:cubicBezTo>
                    <a:pt x="2469" y="156"/>
                    <a:pt x="2469" y="89"/>
                    <a:pt x="2469" y="56"/>
                  </a:cubicBezTo>
                  <a:cubicBezTo>
                    <a:pt x="2450" y="17"/>
                    <a:pt x="2419" y="1"/>
                    <a:pt x="2390" y="1"/>
                  </a:cubicBez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Google Shape;268;p26"/>
            <p:cNvSpPr/>
            <p:nvPr/>
          </p:nvSpPr>
          <p:spPr>
            <a:xfrm>
              <a:off x="2752560" y="1555920"/>
              <a:ext cx="31320" cy="30600"/>
            </a:xfrm>
            <a:custGeom>
              <a:avLst/>
              <a:gdLst>
                <a:gd name="textAreaLeft" fmla="*/ 0 w 31320"/>
                <a:gd name="textAreaRight" fmla="*/ 31680 w 3132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1436" h="1402">
                  <a:moveTo>
                    <a:pt x="215" y="0"/>
                  </a:moveTo>
                  <a:cubicBezTo>
                    <a:pt x="134" y="0"/>
                    <a:pt x="62" y="60"/>
                    <a:pt x="34" y="142"/>
                  </a:cubicBezTo>
                  <a:cubicBezTo>
                    <a:pt x="1" y="242"/>
                    <a:pt x="68" y="342"/>
                    <a:pt x="168" y="342"/>
                  </a:cubicBezTo>
                  <a:cubicBezTo>
                    <a:pt x="601" y="509"/>
                    <a:pt x="935" y="843"/>
                    <a:pt x="1068" y="1276"/>
                  </a:cubicBezTo>
                  <a:cubicBezTo>
                    <a:pt x="1102" y="1343"/>
                    <a:pt x="1135" y="1376"/>
                    <a:pt x="1202" y="1376"/>
                  </a:cubicBezTo>
                  <a:cubicBezTo>
                    <a:pt x="1219" y="1393"/>
                    <a:pt x="1235" y="1401"/>
                    <a:pt x="1252" y="1401"/>
                  </a:cubicBezTo>
                  <a:cubicBezTo>
                    <a:pt x="1269" y="1401"/>
                    <a:pt x="1285" y="1393"/>
                    <a:pt x="1302" y="1376"/>
                  </a:cubicBezTo>
                  <a:cubicBezTo>
                    <a:pt x="1402" y="1343"/>
                    <a:pt x="1435" y="1243"/>
                    <a:pt x="1402" y="1176"/>
                  </a:cubicBezTo>
                  <a:cubicBezTo>
                    <a:pt x="1235" y="609"/>
                    <a:pt x="802" y="176"/>
                    <a:pt x="268" y="9"/>
                  </a:cubicBezTo>
                  <a:cubicBezTo>
                    <a:pt x="250" y="3"/>
                    <a:pt x="232" y="0"/>
                    <a:pt x="215" y="0"/>
                  </a:cubicBez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" name="Google Shape;269;p26"/>
            <p:cNvSpPr/>
            <p:nvPr/>
          </p:nvSpPr>
          <p:spPr>
            <a:xfrm>
              <a:off x="2643840" y="1522800"/>
              <a:ext cx="41400" cy="1224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1902" h="574">
                  <a:moveTo>
                    <a:pt x="1009" y="1"/>
                  </a:moveTo>
                  <a:cubicBezTo>
                    <a:pt x="701" y="1"/>
                    <a:pt x="391" y="85"/>
                    <a:pt x="100" y="248"/>
                  </a:cubicBezTo>
                  <a:cubicBezTo>
                    <a:pt x="0" y="315"/>
                    <a:pt x="0" y="482"/>
                    <a:pt x="100" y="548"/>
                  </a:cubicBezTo>
                  <a:lnTo>
                    <a:pt x="134" y="548"/>
                  </a:lnTo>
                  <a:cubicBezTo>
                    <a:pt x="150" y="565"/>
                    <a:pt x="175" y="573"/>
                    <a:pt x="204" y="573"/>
                  </a:cubicBezTo>
                  <a:cubicBezTo>
                    <a:pt x="234" y="573"/>
                    <a:pt x="267" y="565"/>
                    <a:pt x="300" y="548"/>
                  </a:cubicBezTo>
                  <a:cubicBezTo>
                    <a:pt x="523" y="418"/>
                    <a:pt x="767" y="350"/>
                    <a:pt x="1015" y="350"/>
                  </a:cubicBezTo>
                  <a:cubicBezTo>
                    <a:pt x="1211" y="350"/>
                    <a:pt x="1409" y="393"/>
                    <a:pt x="1601" y="482"/>
                  </a:cubicBezTo>
                  <a:cubicBezTo>
                    <a:pt x="1628" y="491"/>
                    <a:pt x="1655" y="495"/>
                    <a:pt x="1680" y="495"/>
                  </a:cubicBezTo>
                  <a:cubicBezTo>
                    <a:pt x="1750" y="495"/>
                    <a:pt x="1810" y="464"/>
                    <a:pt x="1835" y="415"/>
                  </a:cubicBezTo>
                  <a:cubicBezTo>
                    <a:pt x="1901" y="315"/>
                    <a:pt x="1868" y="215"/>
                    <a:pt x="1768" y="182"/>
                  </a:cubicBezTo>
                  <a:cubicBezTo>
                    <a:pt x="1525" y="60"/>
                    <a:pt x="1267" y="1"/>
                    <a:pt x="1009" y="1"/>
                  </a:cubicBez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" name="Google Shape;270;p26"/>
            <p:cNvSpPr/>
            <p:nvPr/>
          </p:nvSpPr>
          <p:spPr>
            <a:xfrm>
              <a:off x="2079360" y="1532160"/>
              <a:ext cx="134640" cy="111960"/>
            </a:xfrm>
            <a:custGeom>
              <a:avLst/>
              <a:gdLst>
                <a:gd name="textAreaLeft" fmla="*/ 0 w 134640"/>
                <a:gd name="textAreaRight" fmla="*/ 135000 w 134640"/>
                <a:gd name="textAreaTop" fmla="*/ 0 h 111960"/>
                <a:gd name="textAreaBottom" fmla="*/ 112320 h 111960"/>
              </a:gdLst>
              <a:ahLst/>
              <a:cxnLst/>
              <a:rect l="textAreaLeft" t="textAreaTop" r="textAreaRight" b="textAreaBottom"/>
              <a:pathLst>
                <a:path w="6139" h="5104">
                  <a:moveTo>
                    <a:pt x="3803" y="0"/>
                  </a:moveTo>
                  <a:lnTo>
                    <a:pt x="0" y="2602"/>
                  </a:lnTo>
                  <a:lnTo>
                    <a:pt x="2903" y="5104"/>
                  </a:lnTo>
                  <a:lnTo>
                    <a:pt x="5004" y="4103"/>
                  </a:lnTo>
                  <a:cubicBezTo>
                    <a:pt x="6138" y="2602"/>
                    <a:pt x="3803" y="0"/>
                    <a:pt x="3803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6160" bIns="5616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" name="Google Shape;271;p26"/>
            <p:cNvSpPr/>
            <p:nvPr/>
          </p:nvSpPr>
          <p:spPr>
            <a:xfrm>
              <a:off x="2050920" y="1482840"/>
              <a:ext cx="112680" cy="106560"/>
            </a:xfrm>
            <a:custGeom>
              <a:avLst/>
              <a:gdLst>
                <a:gd name="textAreaLeft" fmla="*/ 0 w 112680"/>
                <a:gd name="textAreaRight" fmla="*/ 113040 w 112680"/>
                <a:gd name="textAreaTop" fmla="*/ 0 h 106560"/>
                <a:gd name="textAreaBottom" fmla="*/ 106920 h 106560"/>
              </a:gdLst>
              <a:ahLst/>
              <a:cxnLst/>
              <a:rect l="textAreaLeft" t="textAreaTop" r="textAreaRight" b="textAreaBottom"/>
              <a:pathLst>
                <a:path w="5138" h="4855">
                  <a:moveTo>
                    <a:pt x="3014" y="1"/>
                  </a:moveTo>
                  <a:cubicBezTo>
                    <a:pt x="2832" y="1"/>
                    <a:pt x="2646" y="39"/>
                    <a:pt x="2469" y="118"/>
                  </a:cubicBezTo>
                  <a:lnTo>
                    <a:pt x="1001" y="785"/>
                  </a:lnTo>
                  <a:cubicBezTo>
                    <a:pt x="300" y="1119"/>
                    <a:pt x="0" y="1919"/>
                    <a:pt x="334" y="2620"/>
                  </a:cubicBezTo>
                  <a:lnTo>
                    <a:pt x="1334" y="4855"/>
                  </a:lnTo>
                  <a:lnTo>
                    <a:pt x="5137" y="2253"/>
                  </a:lnTo>
                  <a:lnTo>
                    <a:pt x="4103" y="618"/>
                  </a:lnTo>
                  <a:cubicBezTo>
                    <a:pt x="3868" y="218"/>
                    <a:pt x="3450" y="1"/>
                    <a:pt x="301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3280" bIns="532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Google Shape;272;p26"/>
            <p:cNvSpPr/>
            <p:nvPr/>
          </p:nvSpPr>
          <p:spPr>
            <a:xfrm>
              <a:off x="1876680" y="1970640"/>
              <a:ext cx="653040" cy="221760"/>
            </a:xfrm>
            <a:custGeom>
              <a:avLst/>
              <a:gdLst>
                <a:gd name="textAreaLeft" fmla="*/ 0 w 653040"/>
                <a:gd name="textAreaRight" fmla="*/ 653400 w 653040"/>
                <a:gd name="textAreaTop" fmla="*/ 0 h 221760"/>
                <a:gd name="textAreaBottom" fmla="*/ 222120 h 221760"/>
              </a:gdLst>
              <a:ahLst/>
              <a:cxnLst/>
              <a:rect l="textAreaLeft" t="textAreaTop" r="textAreaRight" b="textAreaBottom"/>
              <a:pathLst>
                <a:path w="29681" h="10093">
                  <a:moveTo>
                    <a:pt x="1925" y="1"/>
                  </a:moveTo>
                  <a:cubicBezTo>
                    <a:pt x="770" y="1"/>
                    <a:pt x="0" y="1517"/>
                    <a:pt x="994" y="2454"/>
                  </a:cubicBezTo>
                  <a:cubicBezTo>
                    <a:pt x="1894" y="3254"/>
                    <a:pt x="2795" y="3988"/>
                    <a:pt x="3762" y="4689"/>
                  </a:cubicBezTo>
                  <a:cubicBezTo>
                    <a:pt x="4696" y="5389"/>
                    <a:pt x="5664" y="6056"/>
                    <a:pt x="6664" y="6723"/>
                  </a:cubicBezTo>
                  <a:cubicBezTo>
                    <a:pt x="7665" y="7357"/>
                    <a:pt x="8699" y="7958"/>
                    <a:pt x="9800" y="8525"/>
                  </a:cubicBezTo>
                  <a:cubicBezTo>
                    <a:pt x="10901" y="9125"/>
                    <a:pt x="12102" y="9592"/>
                    <a:pt x="13302" y="9992"/>
                  </a:cubicBezTo>
                  <a:cubicBezTo>
                    <a:pt x="13569" y="10059"/>
                    <a:pt x="13803" y="10093"/>
                    <a:pt x="14070" y="10093"/>
                  </a:cubicBezTo>
                  <a:lnTo>
                    <a:pt x="14236" y="10093"/>
                  </a:lnTo>
                  <a:cubicBezTo>
                    <a:pt x="15437" y="9992"/>
                    <a:pt x="16605" y="9826"/>
                    <a:pt x="17772" y="9626"/>
                  </a:cubicBezTo>
                  <a:cubicBezTo>
                    <a:pt x="18373" y="9525"/>
                    <a:pt x="18940" y="9392"/>
                    <a:pt x="19507" y="9259"/>
                  </a:cubicBezTo>
                  <a:cubicBezTo>
                    <a:pt x="20107" y="9125"/>
                    <a:pt x="20674" y="8958"/>
                    <a:pt x="21208" y="8792"/>
                  </a:cubicBezTo>
                  <a:cubicBezTo>
                    <a:pt x="22342" y="8491"/>
                    <a:pt x="23443" y="8091"/>
                    <a:pt x="24544" y="7657"/>
                  </a:cubicBezTo>
                  <a:cubicBezTo>
                    <a:pt x="25111" y="7457"/>
                    <a:pt x="25645" y="7257"/>
                    <a:pt x="26178" y="6990"/>
                  </a:cubicBezTo>
                  <a:cubicBezTo>
                    <a:pt x="26445" y="6857"/>
                    <a:pt x="26712" y="6723"/>
                    <a:pt x="26979" y="6590"/>
                  </a:cubicBezTo>
                  <a:cubicBezTo>
                    <a:pt x="27246" y="6457"/>
                    <a:pt x="27513" y="6323"/>
                    <a:pt x="27813" y="6156"/>
                  </a:cubicBezTo>
                  <a:cubicBezTo>
                    <a:pt x="29147" y="5456"/>
                    <a:pt x="29681" y="3821"/>
                    <a:pt x="29014" y="2454"/>
                  </a:cubicBezTo>
                  <a:cubicBezTo>
                    <a:pt x="28528" y="1433"/>
                    <a:pt x="27511" y="820"/>
                    <a:pt x="26453" y="820"/>
                  </a:cubicBezTo>
                  <a:cubicBezTo>
                    <a:pt x="26058" y="820"/>
                    <a:pt x="25658" y="905"/>
                    <a:pt x="25278" y="1086"/>
                  </a:cubicBezTo>
                  <a:lnTo>
                    <a:pt x="25144" y="1153"/>
                  </a:lnTo>
                  <a:lnTo>
                    <a:pt x="24510" y="1453"/>
                  </a:lnTo>
                  <a:lnTo>
                    <a:pt x="23810" y="1753"/>
                  </a:lnTo>
                  <a:cubicBezTo>
                    <a:pt x="23343" y="1953"/>
                    <a:pt x="22876" y="2187"/>
                    <a:pt x="22409" y="2354"/>
                  </a:cubicBezTo>
                  <a:cubicBezTo>
                    <a:pt x="21442" y="2787"/>
                    <a:pt x="20508" y="3121"/>
                    <a:pt x="19540" y="3454"/>
                  </a:cubicBezTo>
                  <a:cubicBezTo>
                    <a:pt x="18573" y="3788"/>
                    <a:pt x="17572" y="4088"/>
                    <a:pt x="16605" y="4355"/>
                  </a:cubicBezTo>
                  <a:cubicBezTo>
                    <a:pt x="15737" y="4589"/>
                    <a:pt x="14870" y="4755"/>
                    <a:pt x="14003" y="4922"/>
                  </a:cubicBezTo>
                  <a:cubicBezTo>
                    <a:pt x="13269" y="4722"/>
                    <a:pt x="12468" y="4488"/>
                    <a:pt x="11668" y="4188"/>
                  </a:cubicBezTo>
                  <a:cubicBezTo>
                    <a:pt x="10701" y="3821"/>
                    <a:pt x="9666" y="3421"/>
                    <a:pt x="8666" y="2954"/>
                  </a:cubicBezTo>
                  <a:cubicBezTo>
                    <a:pt x="7665" y="2520"/>
                    <a:pt x="6631" y="2053"/>
                    <a:pt x="5630" y="1586"/>
                  </a:cubicBezTo>
                  <a:lnTo>
                    <a:pt x="2595" y="152"/>
                  </a:lnTo>
                  <a:lnTo>
                    <a:pt x="2561" y="152"/>
                  </a:lnTo>
                  <a:cubicBezTo>
                    <a:pt x="2342" y="48"/>
                    <a:pt x="2128" y="1"/>
                    <a:pt x="1925" y="1"/>
                  </a:cubicBezTo>
                  <a:close/>
                </a:path>
              </a:pathLst>
            </a:custGeom>
            <a:solidFill>
              <a:srgbClr val="FF8B7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Google Shape;273;p26"/>
            <p:cNvSpPr/>
            <p:nvPr/>
          </p:nvSpPr>
          <p:spPr>
            <a:xfrm>
              <a:off x="2289240" y="1943280"/>
              <a:ext cx="310680" cy="262440"/>
            </a:xfrm>
            <a:custGeom>
              <a:avLst/>
              <a:gdLst>
                <a:gd name="textAreaLeft" fmla="*/ 0 w 310680"/>
                <a:gd name="textAreaRight" fmla="*/ 311040 w 310680"/>
                <a:gd name="textAreaTop" fmla="*/ 0 h 262440"/>
                <a:gd name="textAreaBottom" fmla="*/ 262800 h 262440"/>
              </a:gdLst>
              <a:ahLst/>
              <a:cxnLst/>
              <a:rect l="textAreaLeft" t="textAreaTop" r="textAreaRight" b="textAreaBottom"/>
              <a:pathLst>
                <a:path w="14132" h="11946">
                  <a:moveTo>
                    <a:pt x="10980" y="0"/>
                  </a:moveTo>
                  <a:cubicBezTo>
                    <a:pt x="10687" y="0"/>
                    <a:pt x="10363" y="54"/>
                    <a:pt x="10008" y="171"/>
                  </a:cubicBezTo>
                  <a:cubicBezTo>
                    <a:pt x="6572" y="1372"/>
                    <a:pt x="3236" y="2773"/>
                    <a:pt x="1" y="4441"/>
                  </a:cubicBezTo>
                  <a:cubicBezTo>
                    <a:pt x="835" y="7276"/>
                    <a:pt x="2369" y="9878"/>
                    <a:pt x="4504" y="11946"/>
                  </a:cubicBezTo>
                  <a:cubicBezTo>
                    <a:pt x="4504" y="11946"/>
                    <a:pt x="6305" y="11846"/>
                    <a:pt x="9974" y="9077"/>
                  </a:cubicBezTo>
                  <a:cubicBezTo>
                    <a:pt x="13728" y="6270"/>
                    <a:pt x="14131" y="0"/>
                    <a:pt x="10980" y="0"/>
                  </a:cubicBezTo>
                  <a:close/>
                </a:path>
              </a:pathLst>
            </a:custGeom>
            <a:solidFill>
              <a:srgbClr val="2FC09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Google Shape;274;p26"/>
            <p:cNvSpPr/>
            <p:nvPr/>
          </p:nvSpPr>
          <p:spPr>
            <a:xfrm>
              <a:off x="1834560" y="1932120"/>
              <a:ext cx="106920" cy="100080"/>
            </a:xfrm>
            <a:custGeom>
              <a:avLst/>
              <a:gdLst>
                <a:gd name="textAreaLeft" fmla="*/ 0 w 106920"/>
                <a:gd name="textAreaRight" fmla="*/ 107280 w 106920"/>
                <a:gd name="textAreaTop" fmla="*/ 0 h 100080"/>
                <a:gd name="textAreaBottom" fmla="*/ 100440 h 100080"/>
              </a:gdLst>
              <a:ahLst/>
              <a:cxnLst/>
              <a:rect l="textAreaLeft" t="textAreaTop" r="textAreaRight" b="textAreaBottom"/>
              <a:pathLst>
                <a:path w="4871" h="4571">
                  <a:moveTo>
                    <a:pt x="1535" y="1"/>
                  </a:moveTo>
                  <a:lnTo>
                    <a:pt x="1" y="4237"/>
                  </a:lnTo>
                  <a:lnTo>
                    <a:pt x="3737" y="4571"/>
                  </a:lnTo>
                  <a:lnTo>
                    <a:pt x="4837" y="2603"/>
                  </a:lnTo>
                  <a:cubicBezTo>
                    <a:pt x="4871" y="735"/>
                    <a:pt x="1535" y="1"/>
                    <a:pt x="153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040" bIns="500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" name="Google Shape;275;p26"/>
            <p:cNvSpPr/>
            <p:nvPr/>
          </p:nvSpPr>
          <p:spPr>
            <a:xfrm>
              <a:off x="1771200" y="1915200"/>
              <a:ext cx="97920" cy="110880"/>
            </a:xfrm>
            <a:custGeom>
              <a:avLst/>
              <a:gdLst>
                <a:gd name="textAreaLeft" fmla="*/ 0 w 97920"/>
                <a:gd name="textAreaRight" fmla="*/ 98280 w 97920"/>
                <a:gd name="textAreaTop" fmla="*/ 0 h 110880"/>
                <a:gd name="textAreaBottom" fmla="*/ 111240 h 110880"/>
              </a:gdLst>
              <a:ahLst/>
              <a:cxnLst/>
              <a:rect l="textAreaLeft" t="textAreaTop" r="textAreaRight" b="textAreaBottom"/>
              <a:pathLst>
                <a:path w="4470" h="5048">
                  <a:moveTo>
                    <a:pt x="2225" y="0"/>
                  </a:moveTo>
                  <a:cubicBezTo>
                    <a:pt x="1790" y="0"/>
                    <a:pt x="1384" y="235"/>
                    <a:pt x="1168" y="644"/>
                  </a:cubicBezTo>
                  <a:lnTo>
                    <a:pt x="367" y="2012"/>
                  </a:lnTo>
                  <a:cubicBezTo>
                    <a:pt x="0" y="2679"/>
                    <a:pt x="234" y="3479"/>
                    <a:pt x="901" y="3846"/>
                  </a:cubicBezTo>
                  <a:lnTo>
                    <a:pt x="2936" y="5047"/>
                  </a:lnTo>
                  <a:lnTo>
                    <a:pt x="4470" y="811"/>
                  </a:lnTo>
                  <a:lnTo>
                    <a:pt x="2735" y="110"/>
                  </a:lnTo>
                  <a:cubicBezTo>
                    <a:pt x="2567" y="36"/>
                    <a:pt x="2394" y="0"/>
                    <a:pt x="222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5440" bIns="55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Google Shape;276;p26"/>
            <p:cNvSpPr/>
            <p:nvPr/>
          </p:nvSpPr>
          <p:spPr>
            <a:xfrm>
              <a:off x="812160" y="2757240"/>
              <a:ext cx="2964240" cy="47520"/>
            </a:xfrm>
            <a:custGeom>
              <a:avLst/>
              <a:gdLst>
                <a:gd name="textAreaLeft" fmla="*/ 0 w 2964240"/>
                <a:gd name="textAreaRight" fmla="*/ 2964600 w 2964240"/>
                <a:gd name="textAreaTop" fmla="*/ 0 h 47520"/>
                <a:gd name="textAreaBottom" fmla="*/ 47880 h 47520"/>
              </a:gdLst>
              <a:ahLst/>
              <a:cxnLst/>
              <a:rect l="textAreaLeft" t="textAreaTop" r="textAreaRight" b="textAreaBottom"/>
              <a:pathLst>
                <a:path w="134697" h="2169">
                  <a:moveTo>
                    <a:pt x="1101" y="0"/>
                  </a:moveTo>
                  <a:cubicBezTo>
                    <a:pt x="500" y="0"/>
                    <a:pt x="0" y="501"/>
                    <a:pt x="33" y="1101"/>
                  </a:cubicBezTo>
                  <a:cubicBezTo>
                    <a:pt x="33" y="1668"/>
                    <a:pt x="500" y="2168"/>
                    <a:pt x="1101" y="2168"/>
                  </a:cubicBezTo>
                  <a:lnTo>
                    <a:pt x="133595" y="2168"/>
                  </a:lnTo>
                  <a:cubicBezTo>
                    <a:pt x="134196" y="2168"/>
                    <a:pt x="134663" y="1668"/>
                    <a:pt x="134663" y="1101"/>
                  </a:cubicBezTo>
                  <a:cubicBezTo>
                    <a:pt x="134696" y="501"/>
                    <a:pt x="134196" y="0"/>
                    <a:pt x="133595" y="0"/>
                  </a:cubicBezTo>
                  <a:close/>
                </a:path>
              </a:pathLst>
            </a:custGeom>
            <a:solidFill>
              <a:srgbClr val="2FC09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760" bIns="2376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" name="Google Shape;277;p26"/>
            <p:cNvSpPr/>
            <p:nvPr/>
          </p:nvSpPr>
          <p:spPr>
            <a:xfrm>
              <a:off x="3119400" y="2581920"/>
              <a:ext cx="138600" cy="175320"/>
            </a:xfrm>
            <a:custGeom>
              <a:avLst/>
              <a:gdLst>
                <a:gd name="textAreaLeft" fmla="*/ 0 w 138600"/>
                <a:gd name="textAreaRight" fmla="*/ 138960 w 138600"/>
                <a:gd name="textAreaTop" fmla="*/ 0 h 175320"/>
                <a:gd name="textAreaBottom" fmla="*/ 175680 h 175320"/>
              </a:gdLst>
              <a:ahLst/>
              <a:cxnLst/>
              <a:rect l="textAreaLeft" t="textAreaTop" r="textAreaRight" b="textAreaBottom"/>
              <a:pathLst>
                <a:path w="6306" h="7974">
                  <a:moveTo>
                    <a:pt x="534" y="1"/>
                  </a:moveTo>
                  <a:cubicBezTo>
                    <a:pt x="234" y="1"/>
                    <a:pt x="1" y="234"/>
                    <a:pt x="1" y="535"/>
                  </a:cubicBezTo>
                  <a:lnTo>
                    <a:pt x="1" y="7439"/>
                  </a:lnTo>
                  <a:cubicBezTo>
                    <a:pt x="1" y="7740"/>
                    <a:pt x="234" y="7973"/>
                    <a:pt x="534" y="7973"/>
                  </a:cubicBezTo>
                  <a:lnTo>
                    <a:pt x="5771" y="7973"/>
                  </a:lnTo>
                  <a:cubicBezTo>
                    <a:pt x="6072" y="7973"/>
                    <a:pt x="6305" y="7740"/>
                    <a:pt x="6305" y="7439"/>
                  </a:cubicBezTo>
                  <a:lnTo>
                    <a:pt x="6305" y="535"/>
                  </a:lnTo>
                  <a:cubicBezTo>
                    <a:pt x="6305" y="234"/>
                    <a:pt x="6072" y="1"/>
                    <a:pt x="5771" y="1"/>
                  </a:cubicBezTo>
                  <a:close/>
                </a:path>
              </a:pathLst>
            </a:custGeom>
            <a:solidFill>
              <a:srgbClr val="2FC09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840" bIns="878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" name="Google Shape;278;p26"/>
            <p:cNvSpPr/>
            <p:nvPr/>
          </p:nvSpPr>
          <p:spPr>
            <a:xfrm>
              <a:off x="3173760" y="2606400"/>
              <a:ext cx="147240" cy="125640"/>
            </a:xfrm>
            <a:custGeom>
              <a:avLst/>
              <a:gdLst>
                <a:gd name="textAreaLeft" fmla="*/ 0 w 147240"/>
                <a:gd name="textAreaRight" fmla="*/ 147600 w 147240"/>
                <a:gd name="textAreaTop" fmla="*/ 0 h 125640"/>
                <a:gd name="textAreaBottom" fmla="*/ 126000 h 125640"/>
              </a:gdLst>
              <a:ahLst/>
              <a:cxnLst/>
              <a:rect l="textAreaLeft" t="textAreaTop" r="textAreaRight" b="textAreaBottom"/>
              <a:pathLst>
                <a:path w="6706" h="5732">
                  <a:moveTo>
                    <a:pt x="3797" y="861"/>
                  </a:moveTo>
                  <a:cubicBezTo>
                    <a:pt x="3810" y="861"/>
                    <a:pt x="3824" y="861"/>
                    <a:pt x="3837" y="861"/>
                  </a:cubicBezTo>
                  <a:cubicBezTo>
                    <a:pt x="4971" y="861"/>
                    <a:pt x="5872" y="1762"/>
                    <a:pt x="5872" y="2862"/>
                  </a:cubicBezTo>
                  <a:cubicBezTo>
                    <a:pt x="5872" y="4107"/>
                    <a:pt x="4859" y="4921"/>
                    <a:pt x="3812" y="4921"/>
                  </a:cubicBezTo>
                  <a:cubicBezTo>
                    <a:pt x="3315" y="4921"/>
                    <a:pt x="2811" y="4738"/>
                    <a:pt x="2403" y="4330"/>
                  </a:cubicBezTo>
                  <a:cubicBezTo>
                    <a:pt x="1112" y="3039"/>
                    <a:pt x="2022" y="861"/>
                    <a:pt x="3797" y="861"/>
                  </a:cubicBezTo>
                  <a:close/>
                  <a:moveTo>
                    <a:pt x="3816" y="0"/>
                  </a:moveTo>
                  <a:cubicBezTo>
                    <a:pt x="3108" y="0"/>
                    <a:pt x="2387" y="266"/>
                    <a:pt x="1802" y="861"/>
                  </a:cubicBezTo>
                  <a:cubicBezTo>
                    <a:pt x="1" y="2662"/>
                    <a:pt x="1269" y="5731"/>
                    <a:pt x="3837" y="5731"/>
                  </a:cubicBezTo>
                  <a:cubicBezTo>
                    <a:pt x="5438" y="5731"/>
                    <a:pt x="6706" y="4463"/>
                    <a:pt x="6706" y="2862"/>
                  </a:cubicBezTo>
                  <a:cubicBezTo>
                    <a:pt x="6706" y="1150"/>
                    <a:pt x="5290" y="0"/>
                    <a:pt x="3816" y="0"/>
                  </a:cubicBezTo>
                  <a:close/>
                </a:path>
              </a:pathLst>
            </a:custGeom>
            <a:solidFill>
              <a:srgbClr val="2FC09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3000" bIns="6300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Google Shape;279;p26"/>
            <p:cNvSpPr/>
            <p:nvPr/>
          </p:nvSpPr>
          <p:spPr>
            <a:xfrm>
              <a:off x="2918520" y="2757240"/>
              <a:ext cx="857880" cy="47520"/>
            </a:xfrm>
            <a:custGeom>
              <a:avLst/>
              <a:gdLst>
                <a:gd name="textAreaLeft" fmla="*/ 0 w 857880"/>
                <a:gd name="textAreaRight" fmla="*/ 858240 w 857880"/>
                <a:gd name="textAreaTop" fmla="*/ 0 h 47520"/>
                <a:gd name="textAreaBottom" fmla="*/ 47880 h 47520"/>
              </a:gdLst>
              <a:ahLst/>
              <a:cxnLst/>
              <a:rect l="textAreaLeft" t="textAreaTop" r="textAreaRight" b="textAreaBottom"/>
              <a:pathLst>
                <a:path w="38996" h="2169">
                  <a:moveTo>
                    <a:pt x="1068" y="0"/>
                  </a:moveTo>
                  <a:cubicBezTo>
                    <a:pt x="468" y="0"/>
                    <a:pt x="1" y="501"/>
                    <a:pt x="1" y="1101"/>
                  </a:cubicBezTo>
                  <a:cubicBezTo>
                    <a:pt x="1" y="1668"/>
                    <a:pt x="468" y="2168"/>
                    <a:pt x="1068" y="2168"/>
                  </a:cubicBezTo>
                  <a:lnTo>
                    <a:pt x="37894" y="2168"/>
                  </a:lnTo>
                  <a:cubicBezTo>
                    <a:pt x="38495" y="2168"/>
                    <a:pt x="38962" y="1668"/>
                    <a:pt x="38962" y="1101"/>
                  </a:cubicBezTo>
                  <a:cubicBezTo>
                    <a:pt x="38995" y="501"/>
                    <a:pt x="38495" y="0"/>
                    <a:pt x="37894" y="0"/>
                  </a:cubicBezTo>
                  <a:close/>
                </a:path>
              </a:pathLst>
            </a:custGeom>
            <a:solidFill>
              <a:srgbClr val="2F9C8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760" bIns="2376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Google Shape;280;p26"/>
            <p:cNvSpPr/>
            <p:nvPr/>
          </p:nvSpPr>
          <p:spPr>
            <a:xfrm>
              <a:off x="3302280" y="2805120"/>
              <a:ext cx="89280" cy="71532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715320"/>
                <a:gd name="textAreaBottom" fmla="*/ 715680 h 715320"/>
              </a:gdLst>
              <a:ahLst/>
              <a:cxnLst/>
              <a:rect l="textAreaLeft" t="textAreaTop" r="textAreaRight" b="textAreaBottom"/>
              <a:pathLst>
                <a:path w="4071" h="32524">
                  <a:moveTo>
                    <a:pt x="0" y="0"/>
                  </a:moveTo>
                  <a:lnTo>
                    <a:pt x="0" y="32524"/>
                  </a:lnTo>
                  <a:lnTo>
                    <a:pt x="4070" y="32524"/>
                  </a:lnTo>
                  <a:lnTo>
                    <a:pt x="4070" y="0"/>
                  </a:ln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" name="Google Shape;281;p26"/>
            <p:cNvSpPr/>
            <p:nvPr/>
          </p:nvSpPr>
          <p:spPr>
            <a:xfrm>
              <a:off x="3482280" y="2805120"/>
              <a:ext cx="170640" cy="36360"/>
            </a:xfrm>
            <a:custGeom>
              <a:avLst/>
              <a:gdLst>
                <a:gd name="textAreaLeft" fmla="*/ 0 w 170640"/>
                <a:gd name="textAreaRight" fmla="*/ 171000 w 17064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7774" h="1669">
                  <a:moveTo>
                    <a:pt x="1" y="0"/>
                  </a:moveTo>
                  <a:lnTo>
                    <a:pt x="1" y="768"/>
                  </a:lnTo>
                  <a:cubicBezTo>
                    <a:pt x="1" y="1268"/>
                    <a:pt x="401" y="1668"/>
                    <a:pt x="902" y="1668"/>
                  </a:cubicBezTo>
                  <a:lnTo>
                    <a:pt x="6873" y="1668"/>
                  </a:lnTo>
                  <a:cubicBezTo>
                    <a:pt x="7373" y="1668"/>
                    <a:pt x="7773" y="1268"/>
                    <a:pt x="7773" y="768"/>
                  </a:cubicBezTo>
                  <a:lnTo>
                    <a:pt x="7773" y="0"/>
                  </a:ln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360" bIns="1836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Google Shape;282;p26"/>
            <p:cNvSpPr/>
            <p:nvPr/>
          </p:nvSpPr>
          <p:spPr>
            <a:xfrm>
              <a:off x="3280320" y="3343320"/>
              <a:ext cx="133200" cy="715320"/>
            </a:xfrm>
            <a:custGeom>
              <a:avLst/>
              <a:gdLst>
                <a:gd name="textAreaLeft" fmla="*/ 0 w 133200"/>
                <a:gd name="textAreaRight" fmla="*/ 133560 w 133200"/>
                <a:gd name="textAreaTop" fmla="*/ 0 h 715320"/>
                <a:gd name="textAreaBottom" fmla="*/ 715680 h 715320"/>
              </a:gdLst>
              <a:ahLst/>
              <a:cxnLst/>
              <a:rect l="textAreaLeft" t="textAreaTop" r="textAreaRight" b="textAreaBottom"/>
              <a:pathLst>
                <a:path w="6072" h="32524">
                  <a:moveTo>
                    <a:pt x="1" y="0"/>
                  </a:moveTo>
                  <a:lnTo>
                    <a:pt x="1" y="32524"/>
                  </a:lnTo>
                  <a:lnTo>
                    <a:pt x="6072" y="32524"/>
                  </a:lnTo>
                  <a:lnTo>
                    <a:pt x="6072" y="0"/>
                  </a:ln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Google Shape;283;p26"/>
            <p:cNvSpPr/>
            <p:nvPr/>
          </p:nvSpPr>
          <p:spPr>
            <a:xfrm>
              <a:off x="3258360" y="3784680"/>
              <a:ext cx="178200" cy="715680"/>
            </a:xfrm>
            <a:custGeom>
              <a:avLst/>
              <a:gdLst>
                <a:gd name="textAreaLeft" fmla="*/ 0 w 178200"/>
                <a:gd name="textAreaRight" fmla="*/ 178560 w 178200"/>
                <a:gd name="textAreaTop" fmla="*/ 0 h 715680"/>
                <a:gd name="textAreaBottom" fmla="*/ 716040 h 715680"/>
              </a:gdLst>
              <a:ahLst/>
              <a:cxnLst/>
              <a:rect l="textAreaLeft" t="textAreaTop" r="textAreaRight" b="textAreaBottom"/>
              <a:pathLst>
                <a:path w="8106" h="32525">
                  <a:moveTo>
                    <a:pt x="0" y="1"/>
                  </a:moveTo>
                  <a:lnTo>
                    <a:pt x="0" y="32524"/>
                  </a:lnTo>
                  <a:lnTo>
                    <a:pt x="8106" y="32524"/>
                  </a:lnTo>
                  <a:lnTo>
                    <a:pt x="8106" y="1"/>
                  </a:ln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Google Shape;284;p26"/>
            <p:cNvSpPr/>
            <p:nvPr/>
          </p:nvSpPr>
          <p:spPr>
            <a:xfrm>
              <a:off x="3153960" y="4460760"/>
              <a:ext cx="385920" cy="39240"/>
            </a:xfrm>
            <a:custGeom>
              <a:avLst/>
              <a:gdLst>
                <a:gd name="textAreaLeft" fmla="*/ 0 w 385920"/>
                <a:gd name="textAreaRight" fmla="*/ 386280 w 38592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17547" h="1803">
                  <a:moveTo>
                    <a:pt x="1802" y="1"/>
                  </a:moveTo>
                  <a:cubicBezTo>
                    <a:pt x="801" y="1"/>
                    <a:pt x="0" y="802"/>
                    <a:pt x="0" y="1802"/>
                  </a:cubicBezTo>
                  <a:lnTo>
                    <a:pt x="17546" y="1802"/>
                  </a:lnTo>
                  <a:cubicBezTo>
                    <a:pt x="17546" y="802"/>
                    <a:pt x="16746" y="1"/>
                    <a:pt x="15745" y="1"/>
                  </a:cubicBez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800" bIns="1980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Google Shape;285;p26"/>
            <p:cNvSpPr/>
            <p:nvPr/>
          </p:nvSpPr>
          <p:spPr>
            <a:xfrm>
              <a:off x="1196640" y="2805120"/>
              <a:ext cx="89280" cy="71532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715320"/>
                <a:gd name="textAreaBottom" fmla="*/ 715680 h 715320"/>
              </a:gdLst>
              <a:ahLst/>
              <a:cxnLst/>
              <a:rect l="textAreaLeft" t="textAreaTop" r="textAreaRight" b="textAreaBottom"/>
              <a:pathLst>
                <a:path w="4070" h="32524">
                  <a:moveTo>
                    <a:pt x="0" y="0"/>
                  </a:moveTo>
                  <a:lnTo>
                    <a:pt x="0" y="32524"/>
                  </a:lnTo>
                  <a:lnTo>
                    <a:pt x="4070" y="32524"/>
                  </a:lnTo>
                  <a:lnTo>
                    <a:pt x="4070" y="0"/>
                  </a:ln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Google Shape;286;p26"/>
            <p:cNvSpPr/>
            <p:nvPr/>
          </p:nvSpPr>
          <p:spPr>
            <a:xfrm>
              <a:off x="1174680" y="3343320"/>
              <a:ext cx="133200" cy="715320"/>
            </a:xfrm>
            <a:custGeom>
              <a:avLst/>
              <a:gdLst>
                <a:gd name="textAreaLeft" fmla="*/ 0 w 133200"/>
                <a:gd name="textAreaRight" fmla="*/ 133560 w 133200"/>
                <a:gd name="textAreaTop" fmla="*/ 0 h 715320"/>
                <a:gd name="textAreaBottom" fmla="*/ 715680 h 715320"/>
              </a:gdLst>
              <a:ahLst/>
              <a:cxnLst/>
              <a:rect l="textAreaLeft" t="textAreaTop" r="textAreaRight" b="textAreaBottom"/>
              <a:pathLst>
                <a:path w="6072" h="32524">
                  <a:moveTo>
                    <a:pt x="0" y="0"/>
                  </a:moveTo>
                  <a:lnTo>
                    <a:pt x="0" y="32524"/>
                  </a:lnTo>
                  <a:lnTo>
                    <a:pt x="6071" y="32524"/>
                  </a:lnTo>
                  <a:lnTo>
                    <a:pt x="6071" y="0"/>
                  </a:ln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" name="Google Shape;287;p26"/>
            <p:cNvSpPr/>
            <p:nvPr/>
          </p:nvSpPr>
          <p:spPr>
            <a:xfrm>
              <a:off x="1152000" y="3784680"/>
              <a:ext cx="178200" cy="715680"/>
            </a:xfrm>
            <a:custGeom>
              <a:avLst/>
              <a:gdLst>
                <a:gd name="textAreaLeft" fmla="*/ 0 w 178200"/>
                <a:gd name="textAreaRight" fmla="*/ 178560 w 178200"/>
                <a:gd name="textAreaTop" fmla="*/ 0 h 715680"/>
                <a:gd name="textAreaBottom" fmla="*/ 716040 h 715680"/>
              </a:gdLst>
              <a:ahLst/>
              <a:cxnLst/>
              <a:rect l="textAreaLeft" t="textAreaTop" r="textAreaRight" b="textAreaBottom"/>
              <a:pathLst>
                <a:path w="8107" h="32525">
                  <a:moveTo>
                    <a:pt x="0" y="1"/>
                  </a:moveTo>
                  <a:lnTo>
                    <a:pt x="0" y="32524"/>
                  </a:lnTo>
                  <a:lnTo>
                    <a:pt x="8106" y="32524"/>
                  </a:lnTo>
                  <a:lnTo>
                    <a:pt x="8106" y="1"/>
                  </a:ln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Google Shape;288;p26"/>
            <p:cNvSpPr/>
            <p:nvPr/>
          </p:nvSpPr>
          <p:spPr>
            <a:xfrm>
              <a:off x="1048320" y="4460760"/>
              <a:ext cx="385920" cy="39240"/>
            </a:xfrm>
            <a:custGeom>
              <a:avLst/>
              <a:gdLst>
                <a:gd name="textAreaLeft" fmla="*/ 0 w 385920"/>
                <a:gd name="textAreaRight" fmla="*/ 386280 w 38592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17546" h="1803">
                  <a:moveTo>
                    <a:pt x="1801" y="1"/>
                  </a:moveTo>
                  <a:cubicBezTo>
                    <a:pt x="801" y="1"/>
                    <a:pt x="0" y="802"/>
                    <a:pt x="0" y="1802"/>
                  </a:cubicBezTo>
                  <a:lnTo>
                    <a:pt x="17546" y="1802"/>
                  </a:lnTo>
                  <a:cubicBezTo>
                    <a:pt x="17546" y="802"/>
                    <a:pt x="16745" y="1"/>
                    <a:pt x="15745" y="1"/>
                  </a:cubicBez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800" bIns="1980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" name="Google Shape;289;p26"/>
            <p:cNvSpPr/>
            <p:nvPr/>
          </p:nvSpPr>
          <p:spPr>
            <a:xfrm>
              <a:off x="1238400" y="2728800"/>
              <a:ext cx="1127520" cy="28440"/>
            </a:xfrm>
            <a:custGeom>
              <a:avLst/>
              <a:gdLst>
                <a:gd name="textAreaLeft" fmla="*/ 0 w 1127520"/>
                <a:gd name="textAreaRight" fmla="*/ 1127880 w 1127520"/>
                <a:gd name="textAreaTop" fmla="*/ 0 h 28440"/>
                <a:gd name="textAreaBottom" fmla="*/ 28800 h 28440"/>
              </a:gdLst>
              <a:ahLst/>
              <a:cxnLst/>
              <a:rect l="textAreaLeft" t="textAreaTop" r="textAreaRight" b="textAreaBottom"/>
              <a:pathLst>
                <a:path w="51238" h="1302">
                  <a:moveTo>
                    <a:pt x="634" y="0"/>
                  </a:moveTo>
                  <a:cubicBezTo>
                    <a:pt x="267" y="0"/>
                    <a:pt x="1" y="300"/>
                    <a:pt x="1" y="667"/>
                  </a:cubicBezTo>
                  <a:cubicBezTo>
                    <a:pt x="1" y="1001"/>
                    <a:pt x="267" y="1301"/>
                    <a:pt x="634" y="1301"/>
                  </a:cubicBezTo>
                  <a:lnTo>
                    <a:pt x="50570" y="1301"/>
                  </a:lnTo>
                  <a:cubicBezTo>
                    <a:pt x="50937" y="1301"/>
                    <a:pt x="51237" y="1001"/>
                    <a:pt x="51237" y="667"/>
                  </a:cubicBezTo>
                  <a:cubicBezTo>
                    <a:pt x="51237" y="300"/>
                    <a:pt x="50937" y="0"/>
                    <a:pt x="50570" y="0"/>
                  </a:cubicBezTo>
                  <a:close/>
                </a:path>
              </a:pathLst>
            </a:custGeom>
            <a:solidFill>
              <a:srgbClr val="2FC09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0" bIns="1440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" name="Google Shape;290;p26"/>
            <p:cNvSpPr/>
            <p:nvPr/>
          </p:nvSpPr>
          <p:spPr>
            <a:xfrm>
              <a:off x="1238400" y="2728800"/>
              <a:ext cx="1127520" cy="28440"/>
            </a:xfrm>
            <a:custGeom>
              <a:avLst/>
              <a:gdLst>
                <a:gd name="textAreaLeft" fmla="*/ 0 w 1127520"/>
                <a:gd name="textAreaRight" fmla="*/ 1127880 w 1127520"/>
                <a:gd name="textAreaTop" fmla="*/ 0 h 28440"/>
                <a:gd name="textAreaBottom" fmla="*/ 28800 h 28440"/>
              </a:gdLst>
              <a:ahLst/>
              <a:cxnLst/>
              <a:rect l="textAreaLeft" t="textAreaTop" r="textAreaRight" b="textAreaBottom"/>
              <a:pathLst>
                <a:path w="51238" h="1302">
                  <a:moveTo>
                    <a:pt x="634" y="0"/>
                  </a:moveTo>
                  <a:cubicBezTo>
                    <a:pt x="267" y="0"/>
                    <a:pt x="1" y="300"/>
                    <a:pt x="1" y="667"/>
                  </a:cubicBezTo>
                  <a:cubicBezTo>
                    <a:pt x="1" y="1001"/>
                    <a:pt x="267" y="1301"/>
                    <a:pt x="634" y="1301"/>
                  </a:cubicBezTo>
                  <a:lnTo>
                    <a:pt x="50570" y="1301"/>
                  </a:lnTo>
                  <a:cubicBezTo>
                    <a:pt x="50937" y="1301"/>
                    <a:pt x="51237" y="1001"/>
                    <a:pt x="51237" y="667"/>
                  </a:cubicBezTo>
                  <a:cubicBezTo>
                    <a:pt x="51237" y="300"/>
                    <a:pt x="50937" y="0"/>
                    <a:pt x="50570" y="0"/>
                  </a:cubicBezTo>
                  <a:close/>
                </a:path>
              </a:pathLst>
            </a:custGeom>
            <a:solidFill>
              <a:srgbClr val="2F9C8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0" bIns="1440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Google Shape;291;p26"/>
            <p:cNvSpPr/>
            <p:nvPr/>
          </p:nvSpPr>
          <p:spPr>
            <a:xfrm>
              <a:off x="1149120" y="2216160"/>
              <a:ext cx="933480" cy="526680"/>
            </a:xfrm>
            <a:custGeom>
              <a:avLst/>
              <a:gdLst>
                <a:gd name="textAreaLeft" fmla="*/ 0 w 933480"/>
                <a:gd name="textAreaRight" fmla="*/ 933840 w 933480"/>
                <a:gd name="textAreaTop" fmla="*/ 0 h 526680"/>
                <a:gd name="textAreaBottom" fmla="*/ 527040 h 526680"/>
              </a:gdLst>
              <a:ahLst/>
              <a:cxnLst/>
              <a:rect l="textAreaLeft" t="textAreaTop" r="textAreaRight" b="textAreaBottom"/>
              <a:pathLst>
                <a:path w="42428" h="23952">
                  <a:moveTo>
                    <a:pt x="1711" y="0"/>
                  </a:moveTo>
                  <a:cubicBezTo>
                    <a:pt x="737" y="0"/>
                    <a:pt x="1" y="886"/>
                    <a:pt x="197" y="1869"/>
                  </a:cubicBezTo>
                  <a:lnTo>
                    <a:pt x="3099" y="22083"/>
                  </a:lnTo>
                  <a:cubicBezTo>
                    <a:pt x="3266" y="23117"/>
                    <a:pt x="4167" y="23918"/>
                    <a:pt x="5234" y="23951"/>
                  </a:cubicBezTo>
                  <a:lnTo>
                    <a:pt x="40659" y="23951"/>
                  </a:lnTo>
                  <a:cubicBezTo>
                    <a:pt x="41660" y="23951"/>
                    <a:pt x="42427" y="23084"/>
                    <a:pt x="42260" y="22083"/>
                  </a:cubicBezTo>
                  <a:lnTo>
                    <a:pt x="39325" y="1869"/>
                  </a:lnTo>
                  <a:cubicBezTo>
                    <a:pt x="39158" y="802"/>
                    <a:pt x="38258" y="34"/>
                    <a:pt x="37224" y="1"/>
                  </a:cubicBezTo>
                  <a:lnTo>
                    <a:pt x="1765" y="1"/>
                  </a:lnTo>
                  <a:cubicBezTo>
                    <a:pt x="1747" y="0"/>
                    <a:pt x="1729" y="0"/>
                    <a:pt x="1711" y="0"/>
                  </a:cubicBezTo>
                  <a:close/>
                </a:path>
              </a:pathLst>
            </a:custGeom>
            <a:solidFill>
              <a:srgbClr val="2FC09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Google Shape;292;p26"/>
            <p:cNvSpPr/>
            <p:nvPr/>
          </p:nvSpPr>
          <p:spPr>
            <a:xfrm>
              <a:off x="1149120" y="2216160"/>
              <a:ext cx="592920" cy="526680"/>
            </a:xfrm>
            <a:custGeom>
              <a:avLst/>
              <a:gdLst>
                <a:gd name="textAreaLeft" fmla="*/ 0 w 592920"/>
                <a:gd name="textAreaRight" fmla="*/ 593280 w 592920"/>
                <a:gd name="textAreaTop" fmla="*/ 0 h 526680"/>
                <a:gd name="textAreaBottom" fmla="*/ 527040 h 526680"/>
              </a:gdLst>
              <a:ahLst/>
              <a:cxnLst/>
              <a:rect l="textAreaLeft" t="textAreaTop" r="textAreaRight" b="textAreaBottom"/>
              <a:pathLst>
                <a:path w="26950" h="23952">
                  <a:moveTo>
                    <a:pt x="1711" y="0"/>
                  </a:moveTo>
                  <a:cubicBezTo>
                    <a:pt x="737" y="0"/>
                    <a:pt x="1" y="886"/>
                    <a:pt x="197" y="1869"/>
                  </a:cubicBezTo>
                  <a:lnTo>
                    <a:pt x="3099" y="22083"/>
                  </a:lnTo>
                  <a:cubicBezTo>
                    <a:pt x="3266" y="23117"/>
                    <a:pt x="4167" y="23918"/>
                    <a:pt x="5234" y="23951"/>
                  </a:cubicBezTo>
                  <a:lnTo>
                    <a:pt x="11805" y="23951"/>
                  </a:lnTo>
                  <a:cubicBezTo>
                    <a:pt x="13073" y="23951"/>
                    <a:pt x="14240" y="23284"/>
                    <a:pt x="14874" y="22183"/>
                  </a:cubicBezTo>
                  <a:lnTo>
                    <a:pt x="26216" y="2803"/>
                  </a:lnTo>
                  <a:cubicBezTo>
                    <a:pt x="26950" y="1569"/>
                    <a:pt x="26049" y="1"/>
                    <a:pt x="24615" y="1"/>
                  </a:cubicBezTo>
                  <a:lnTo>
                    <a:pt x="1765" y="1"/>
                  </a:lnTo>
                  <a:cubicBezTo>
                    <a:pt x="1747" y="0"/>
                    <a:pt x="1729" y="0"/>
                    <a:pt x="1711" y="0"/>
                  </a:cubicBezTo>
                  <a:close/>
                </a:path>
              </a:pathLst>
            </a:custGeom>
            <a:solidFill>
              <a:srgbClr val="61D5B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8CD0E69-6620-67C7-6E31-6FCE50D05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60" y="344880"/>
            <a:ext cx="7736400" cy="572400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accent3"/>
                </a:solidFill>
              </a:rPr>
              <a:t>AI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63DC4C-0478-2204-CB99-114860EC1933}"/>
              </a:ext>
            </a:extLst>
          </p:cNvPr>
          <p:cNvSpPr txBox="1"/>
          <p:nvPr/>
        </p:nvSpPr>
        <p:spPr>
          <a:xfrm>
            <a:off x="1314105" y="1034563"/>
            <a:ext cx="653450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Artificial Intelligence (AI)</a:t>
            </a:r>
            <a:r>
              <a:rPr lang="en-US" dirty="0"/>
              <a:t> is the broad field of computer science focused on building systems that can perform tasks that normally require human intelligence.</a:t>
            </a:r>
          </a:p>
          <a:p>
            <a:pPr>
              <a:buNone/>
            </a:pPr>
            <a:r>
              <a:rPr lang="en-US" dirty="0"/>
              <a:t>This includes: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Problem solving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Pattern recognition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Language understanding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Decision making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Perception (vision, speech)</a:t>
            </a:r>
          </a:p>
          <a:p>
            <a:pPr>
              <a:buNone/>
            </a:pPr>
            <a:r>
              <a:rPr lang="en-US" dirty="0"/>
              <a:t>AI is an umbrella term. It includes rule-based systems, machine learning, robotics, natural language processing, and more.</a:t>
            </a:r>
          </a:p>
        </p:txBody>
      </p:sp>
    </p:spTree>
    <p:extLst>
      <p:ext uri="{BB962C8B-B14F-4D97-AF65-F5344CB8AC3E}">
        <p14:creationId xmlns:p14="http://schemas.microsoft.com/office/powerpoint/2010/main" val="2113891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BB71E-07FB-AF5B-CA78-126B5F850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685150D-35B3-48BA-F751-B0DB7D066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60" y="344880"/>
            <a:ext cx="7736400" cy="572400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accent3"/>
                </a:solidFill>
              </a:rPr>
              <a:t>Machine Learning (ML)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4ECD13-F2E9-31FD-2080-D7442F3FF509}"/>
              </a:ext>
            </a:extLst>
          </p:cNvPr>
          <p:cNvSpPr txBox="1"/>
          <p:nvPr/>
        </p:nvSpPr>
        <p:spPr>
          <a:xfrm>
            <a:off x="835339" y="1006777"/>
            <a:ext cx="749204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Machine Learning (ML)</a:t>
            </a:r>
            <a:r>
              <a:rPr lang="en-US" dirty="0"/>
              <a:t> is a subset of AI where systems learn patterns from data instead of being explicitly programmed with rules.</a:t>
            </a:r>
          </a:p>
          <a:p>
            <a:pPr>
              <a:buNone/>
            </a:pPr>
            <a:r>
              <a:rPr lang="en-US" dirty="0"/>
              <a:t>Instead of writing:</a:t>
            </a:r>
          </a:p>
          <a:p>
            <a:pPr>
              <a:buNone/>
            </a:pPr>
            <a:r>
              <a:rPr lang="en-US" dirty="0"/>
              <a:t>“If X happens, do Y”</a:t>
            </a:r>
          </a:p>
          <a:p>
            <a:pPr>
              <a:buNone/>
            </a:pPr>
            <a:r>
              <a:rPr lang="en-US" dirty="0"/>
              <a:t>We provide:</a:t>
            </a:r>
          </a:p>
          <a:p>
            <a:pPr>
              <a:buNone/>
            </a:pPr>
            <a:r>
              <a:rPr lang="en-US" dirty="0"/>
              <a:t>Data → Model learns patterns → Makes predictions</a:t>
            </a:r>
          </a:p>
          <a:p>
            <a:pPr>
              <a:buNone/>
            </a:pPr>
            <a:r>
              <a:rPr lang="en-US" dirty="0"/>
              <a:t>Key concepts: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Supervised learning</a:t>
            </a:r>
            <a:r>
              <a:rPr lang="en-US" dirty="0"/>
              <a:t> (labeled data)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Unsupervised learning</a:t>
            </a:r>
            <a:r>
              <a:rPr lang="en-US" dirty="0"/>
              <a:t> (pattern discovery)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Reinforcement learning</a:t>
            </a:r>
            <a:r>
              <a:rPr lang="en-US" dirty="0"/>
              <a:t> (learning via rewards/penalties)</a:t>
            </a:r>
          </a:p>
          <a:p>
            <a:pPr>
              <a:buNone/>
            </a:pPr>
            <a:r>
              <a:rPr lang="en-US" dirty="0"/>
              <a:t>ML powers recommendations, fraud detection, search ranking, and predictive analytics.</a:t>
            </a:r>
          </a:p>
        </p:txBody>
      </p:sp>
    </p:spTree>
    <p:extLst>
      <p:ext uri="{BB962C8B-B14F-4D97-AF65-F5344CB8AC3E}">
        <p14:creationId xmlns:p14="http://schemas.microsoft.com/office/powerpoint/2010/main" val="3635491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96423-5FF7-C80C-06F6-92B7D400B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70DBCE1-C56F-67BA-63B9-AAB0EFD2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60" y="344880"/>
            <a:ext cx="7736400" cy="572400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accent3"/>
                </a:solidFill>
              </a:rPr>
              <a:t>Generative AI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F267D6-789F-992E-7250-9B13EB6B0B00}"/>
              </a:ext>
            </a:extLst>
          </p:cNvPr>
          <p:cNvSpPr txBox="1"/>
          <p:nvPr/>
        </p:nvSpPr>
        <p:spPr>
          <a:xfrm>
            <a:off x="713160" y="1178351"/>
            <a:ext cx="77364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Generative AI</a:t>
            </a:r>
            <a:r>
              <a:rPr lang="en-US" sz="1600" dirty="0"/>
              <a:t> is a category of AI systems that create new content based on patterns learned from data.</a:t>
            </a:r>
          </a:p>
          <a:p>
            <a:pPr>
              <a:buNone/>
            </a:pPr>
            <a:r>
              <a:rPr lang="en-US" sz="1600" dirty="0"/>
              <a:t>Unlike traditional ML (which predicts or classifies), Gen AI generates: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Text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Code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Images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Audio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Video</a:t>
            </a:r>
          </a:p>
          <a:p>
            <a:pPr>
              <a:buNone/>
            </a:pPr>
            <a:r>
              <a:rPr lang="en-US" sz="1600" dirty="0"/>
              <a:t>It works by predicting the “next most likely element” (e.g., next word in a sentence) using large neural networks trained on massive datasets.</a:t>
            </a:r>
          </a:p>
          <a:p>
            <a:pPr>
              <a:buNone/>
            </a:pPr>
            <a:r>
              <a:rPr lang="en-US" sz="1600" dirty="0"/>
              <a:t>Examples: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Chatbots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Code assistants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AI image generators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Automated content creation tools</a:t>
            </a:r>
          </a:p>
        </p:txBody>
      </p:sp>
    </p:spTree>
    <p:extLst>
      <p:ext uri="{BB962C8B-B14F-4D97-AF65-F5344CB8AC3E}">
        <p14:creationId xmlns:p14="http://schemas.microsoft.com/office/powerpoint/2010/main" val="1479639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10ED3-E757-A831-1A1D-B1D11DF49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5ED3AAC-EA5B-45A0-AF68-78F90A2CE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60" y="344880"/>
            <a:ext cx="7736400" cy="572400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accent3"/>
                </a:solidFill>
              </a:rPr>
              <a:t>LLMs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DE8D21-9F39-52F0-CDCB-D50E3C56990D}"/>
              </a:ext>
            </a:extLst>
          </p:cNvPr>
          <p:cNvSpPr txBox="1"/>
          <p:nvPr/>
        </p:nvSpPr>
        <p:spPr>
          <a:xfrm>
            <a:off x="713160" y="1178351"/>
            <a:ext cx="82296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Large Language Models (LLMs)</a:t>
            </a:r>
            <a:r>
              <a:rPr lang="en-US" sz="1600" dirty="0"/>
              <a:t> are deep learning models trained on massive text datasets to understand and generate human language.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1600" dirty="0"/>
              <a:t>Characteristics: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Trained on billions/trillions of tokens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Predict next tokens in sequence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Can perform many tasks without task-specific retraining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Support reasoning, summarization, translation, and code generation</a:t>
            </a:r>
          </a:p>
          <a:p>
            <a:pPr>
              <a:buNone/>
            </a:pPr>
            <a:r>
              <a:rPr lang="en-US" sz="1600" dirty="0"/>
              <a:t>Examples include: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OpenAI GPT models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Google BERT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Anthropic Claude</a:t>
            </a:r>
          </a:p>
          <a:p>
            <a:pPr>
              <a:buNone/>
            </a:pPr>
            <a:r>
              <a:rPr lang="en-US" sz="1600" dirty="0"/>
              <a:t>LLMs power most modern conversational AI systems.</a:t>
            </a:r>
          </a:p>
        </p:txBody>
      </p:sp>
    </p:spTree>
    <p:extLst>
      <p:ext uri="{BB962C8B-B14F-4D97-AF65-F5344CB8AC3E}">
        <p14:creationId xmlns:p14="http://schemas.microsoft.com/office/powerpoint/2010/main" val="3440458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3AD14-8ED1-38CA-AE9B-478450193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75F9D3E-08A2-50C4-F46B-6F0D29A24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60" y="344880"/>
            <a:ext cx="7736400" cy="572400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accent3"/>
                </a:solidFill>
              </a:rPr>
              <a:t>Prompt Engineering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2DEA7B-B7A5-9D94-30AF-3D09AAC019E8}"/>
              </a:ext>
            </a:extLst>
          </p:cNvPr>
          <p:cNvSpPr txBox="1"/>
          <p:nvPr/>
        </p:nvSpPr>
        <p:spPr>
          <a:xfrm>
            <a:off x="940266" y="1214764"/>
            <a:ext cx="750929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Prompt Engineering</a:t>
            </a:r>
            <a:r>
              <a:rPr lang="en-US" dirty="0"/>
              <a:t> is the practice of designing and structuring inputs (prompts) to guide AI models toward producing accurate, useful, and well-formatted outputs.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How you ask matters.</a:t>
            </a:r>
          </a:p>
          <a:p>
            <a:pPr>
              <a:buNone/>
            </a:pPr>
            <a:r>
              <a:rPr lang="en-US" dirty="0"/>
              <a:t>Strong prompts typically include: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Clear instructions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Context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Constraints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Desired format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Examples (if needed)</a:t>
            </a:r>
          </a:p>
          <a:p>
            <a:pPr>
              <a:buNone/>
            </a:pPr>
            <a:r>
              <a:rPr lang="en-US" dirty="0"/>
              <a:t>Prompt engineering is often faster and more cost-effective than retraining or fine-tuning a model.</a:t>
            </a:r>
          </a:p>
        </p:txBody>
      </p:sp>
    </p:spTree>
    <p:extLst>
      <p:ext uri="{BB962C8B-B14F-4D97-AF65-F5344CB8AC3E}">
        <p14:creationId xmlns:p14="http://schemas.microsoft.com/office/powerpoint/2010/main" val="1231480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3D473-354E-33A5-3C1B-EC33F1CAF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D93EC32-88A1-4210-6C83-1FE89520E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60" y="344880"/>
            <a:ext cx="7736400" cy="572400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accent3"/>
                </a:solidFill>
              </a:rPr>
              <a:t>Zero-Shot Prompting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F25AC3-3B8D-DC16-C5FB-383F6215CE5F}"/>
              </a:ext>
            </a:extLst>
          </p:cNvPr>
          <p:cNvSpPr txBox="1"/>
          <p:nvPr/>
        </p:nvSpPr>
        <p:spPr>
          <a:xfrm>
            <a:off x="966145" y="1105301"/>
            <a:ext cx="748341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Zero-shot prompting</a:t>
            </a:r>
            <a:r>
              <a:rPr lang="en-US" dirty="0"/>
              <a:t> is when you ask a model to perform a task without providing examples.</a:t>
            </a:r>
          </a:p>
          <a:p>
            <a:pPr>
              <a:buNone/>
            </a:pPr>
            <a:r>
              <a:rPr lang="en-US" dirty="0"/>
              <a:t>You rely entirely on the model’s pretraining knowledge.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pPr>
              <a:buNone/>
            </a:pPr>
            <a:r>
              <a:rPr lang="en-US" dirty="0"/>
              <a:t>“Write a SQL query that returns the top 5 customers by revenue.”</a:t>
            </a:r>
          </a:p>
          <a:p>
            <a:pPr>
              <a:buNone/>
            </a:pPr>
            <a:r>
              <a:rPr lang="en-US" dirty="0"/>
              <a:t>No examples are given — the model performs the task based on learned patterns.</a:t>
            </a:r>
          </a:p>
          <a:p>
            <a:pPr>
              <a:buNone/>
            </a:pPr>
            <a:r>
              <a:rPr lang="en-US" dirty="0"/>
              <a:t>Benefits: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Fast and flexible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Minimal setup</a:t>
            </a:r>
          </a:p>
          <a:p>
            <a:pPr>
              <a:buNone/>
            </a:pPr>
            <a:r>
              <a:rPr lang="en-US" dirty="0"/>
              <a:t>Limitations: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Less reliable for complex or specialized tasks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May require refinement or constraints</a:t>
            </a:r>
          </a:p>
        </p:txBody>
      </p:sp>
    </p:spTree>
    <p:extLst>
      <p:ext uri="{BB962C8B-B14F-4D97-AF65-F5344CB8AC3E}">
        <p14:creationId xmlns:p14="http://schemas.microsoft.com/office/powerpoint/2010/main" val="3542018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770D2-43A2-F0C1-28B1-7037B25AC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B227E80-D890-CEA4-23BB-FBA2B2419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60" y="344880"/>
            <a:ext cx="7736400" cy="572400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accent3"/>
                </a:solidFill>
              </a:rPr>
              <a:t>Constraints vs Fine-Tuning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F1E581-98D6-23BE-2CB6-721DD7D26861}"/>
              </a:ext>
            </a:extLst>
          </p:cNvPr>
          <p:cNvSpPr txBox="1"/>
          <p:nvPr/>
        </p:nvSpPr>
        <p:spPr>
          <a:xfrm>
            <a:off x="94891" y="1529346"/>
            <a:ext cx="4593566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Constraints</a:t>
            </a:r>
            <a:r>
              <a:rPr lang="en-US" sz="1400" dirty="0"/>
              <a:t> are instructions added to a prompt to guide how the model responds — without changing the model itself.</a:t>
            </a:r>
          </a:p>
          <a:p>
            <a:pPr>
              <a:buNone/>
            </a:pPr>
            <a:endParaRPr lang="en-US" sz="1400" dirty="0"/>
          </a:p>
          <a:p>
            <a:pPr>
              <a:buNone/>
            </a:pPr>
            <a:r>
              <a:rPr lang="en-US" sz="1400" dirty="0"/>
              <a:t>You are shaping behavior at inference time.</a:t>
            </a:r>
          </a:p>
          <a:p>
            <a:pPr>
              <a:buNone/>
            </a:pPr>
            <a:endParaRPr lang="en-US" sz="1400" dirty="0"/>
          </a:p>
          <a:p>
            <a:pPr>
              <a:buNone/>
            </a:pPr>
            <a:r>
              <a:rPr lang="en-US" sz="1400" dirty="0"/>
              <a:t>Examples: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“Respond in JSON format.”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“Limit answer to 3 bullet points.”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“Only use information from the provided text.”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“Do not include speculation.”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0AA091-18A2-FBA9-63F9-64C13219C37E}"/>
              </a:ext>
            </a:extLst>
          </p:cNvPr>
          <p:cNvSpPr txBox="1"/>
          <p:nvPr/>
        </p:nvSpPr>
        <p:spPr>
          <a:xfrm>
            <a:off x="4572000" y="1529346"/>
            <a:ext cx="439084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Fine-tuning</a:t>
            </a:r>
            <a:r>
              <a:rPr lang="en-US" sz="1400" dirty="0"/>
              <a:t> is retraining a pretrained model on additional domain-specific data to adjust its behavior permanently.</a:t>
            </a:r>
          </a:p>
          <a:p>
            <a:pPr>
              <a:buNone/>
            </a:pPr>
            <a:endParaRPr lang="en-US" sz="1400" dirty="0"/>
          </a:p>
          <a:p>
            <a:pPr>
              <a:buNone/>
            </a:pPr>
            <a:r>
              <a:rPr lang="en-US" sz="1400" dirty="0"/>
              <a:t>You are modifying the model’s internal weights.</a:t>
            </a:r>
          </a:p>
          <a:p>
            <a:pPr>
              <a:buNone/>
            </a:pPr>
            <a:endParaRPr lang="en-US" sz="1400" dirty="0"/>
          </a:p>
          <a:p>
            <a:pPr>
              <a:buNone/>
            </a:pPr>
            <a:r>
              <a:rPr lang="en-US" sz="1400" dirty="0"/>
              <a:t>Examples: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Training on legal documents to specialize in contract drafting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Training on internal support tickets for better customer responses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Adjusting tone and style consistently</a:t>
            </a:r>
          </a:p>
        </p:txBody>
      </p:sp>
    </p:spTree>
    <p:extLst>
      <p:ext uri="{BB962C8B-B14F-4D97-AF65-F5344CB8AC3E}">
        <p14:creationId xmlns:p14="http://schemas.microsoft.com/office/powerpoint/2010/main" val="2012874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F69FF-6F27-569C-173B-AB7F6D48C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5F5FF7F-6507-E833-A3F8-239D9AB9E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60" y="344880"/>
            <a:ext cx="7736400" cy="572400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accent3"/>
                </a:solidFill>
              </a:rPr>
              <a:t>Hallucinations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B86E83-EAF2-DD74-1772-1A2BE85908D2}"/>
              </a:ext>
            </a:extLst>
          </p:cNvPr>
          <p:cNvSpPr txBox="1"/>
          <p:nvPr/>
        </p:nvSpPr>
        <p:spPr>
          <a:xfrm>
            <a:off x="927340" y="1108863"/>
            <a:ext cx="7837098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Hallucinations</a:t>
            </a:r>
            <a:r>
              <a:rPr lang="en-US" sz="1400" dirty="0"/>
              <a:t> occur when an AI model generates information that is false, fabricated, or not grounded in real data — but presents it confidently as if it were correct.</a:t>
            </a:r>
          </a:p>
          <a:p>
            <a:pPr>
              <a:buNone/>
            </a:pPr>
            <a:r>
              <a:rPr lang="en-US" sz="1400" dirty="0"/>
              <a:t>Why hallucinations happen: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LLMs predict likely next tokens, not verified facts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No built-in truth-checking mechanism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Gaps in training data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Ambiguous or underspecified prompts</a:t>
            </a:r>
          </a:p>
          <a:p>
            <a:pPr>
              <a:buNone/>
            </a:pPr>
            <a:r>
              <a:rPr lang="en-US" sz="1400" dirty="0"/>
              <a:t>Examples: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Invented citations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Fabricated statistics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Non-existent APIs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Made-up historical details</a:t>
            </a:r>
          </a:p>
          <a:p>
            <a:pPr>
              <a:buNone/>
            </a:pPr>
            <a:r>
              <a:rPr lang="en-US" sz="1400" dirty="0"/>
              <a:t>Mitigation strategies: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Add constraints (“Only use provided data”)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Use Retrieval-Augmented Generation (RAG)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Require citations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Human review</a:t>
            </a:r>
          </a:p>
        </p:txBody>
      </p:sp>
    </p:spTree>
    <p:extLst>
      <p:ext uri="{BB962C8B-B14F-4D97-AF65-F5344CB8AC3E}">
        <p14:creationId xmlns:p14="http://schemas.microsoft.com/office/powerpoint/2010/main" val="127289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58CE7-FBEE-0477-D22E-C191960DF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B5A7578-E96A-77F9-CFF6-C5C96A308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60" y="344880"/>
            <a:ext cx="7736400" cy="572400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accent3"/>
                </a:solidFill>
              </a:rPr>
              <a:t>RAG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B1EF42-F206-2138-E89E-66666F4176B7}"/>
              </a:ext>
            </a:extLst>
          </p:cNvPr>
          <p:cNvSpPr txBox="1"/>
          <p:nvPr/>
        </p:nvSpPr>
        <p:spPr>
          <a:xfrm>
            <a:off x="1080458" y="1406930"/>
            <a:ext cx="698308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Retrieval-Augmented Generation (RAG)</a:t>
            </a:r>
            <a:r>
              <a:rPr lang="en-US" dirty="0"/>
              <a:t> is a system design pattern that combines a language model with external data retrieval.</a:t>
            </a:r>
          </a:p>
          <a:p>
            <a:pPr>
              <a:buNone/>
            </a:pPr>
            <a:r>
              <a:rPr lang="en-US" dirty="0"/>
              <a:t>Instead of relying only on what the model learned during training:</a:t>
            </a:r>
          </a:p>
          <a:p>
            <a:pPr>
              <a:buFont typeface="+mj-lt"/>
              <a:buAutoNum type="arabicPeriod"/>
            </a:pPr>
            <a:r>
              <a:rPr lang="en-US" dirty="0"/>
              <a:t>Retrieve relevant documents from a database or knowledge base</a:t>
            </a:r>
          </a:p>
          <a:p>
            <a:pPr>
              <a:buFont typeface="+mj-lt"/>
              <a:buAutoNum type="arabicPeriod"/>
            </a:pPr>
            <a:r>
              <a:rPr lang="en-US" dirty="0"/>
              <a:t>Insert them into the prompt</a:t>
            </a:r>
          </a:p>
          <a:p>
            <a:pPr>
              <a:buFont typeface="+mj-lt"/>
              <a:buAutoNum type="arabicPeriod"/>
            </a:pPr>
            <a:r>
              <a:rPr lang="en-US" dirty="0"/>
              <a:t>Generate an answer grounded in those documents</a:t>
            </a:r>
          </a:p>
        </p:txBody>
      </p:sp>
    </p:spTree>
    <p:extLst>
      <p:ext uri="{BB962C8B-B14F-4D97-AF65-F5344CB8AC3E}">
        <p14:creationId xmlns:p14="http://schemas.microsoft.com/office/powerpoint/2010/main" val="3049184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A9021-F23B-B8F2-5643-ECE3CA1D4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5728E0C-E4D0-D439-DC58-F0FB43CB9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557" y="517408"/>
            <a:ext cx="7736400" cy="572400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accent3"/>
                </a:solidFill>
              </a:rPr>
              <a:t>Responsible AI Usage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01224B-DCF5-AE1B-7B3B-6D47C52EE935}"/>
              </a:ext>
            </a:extLst>
          </p:cNvPr>
          <p:cNvSpPr txBox="1"/>
          <p:nvPr/>
        </p:nvSpPr>
        <p:spPr>
          <a:xfrm>
            <a:off x="1071832" y="1277532"/>
            <a:ext cx="700033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Responsible AI is the practice of designing, deploying, and using AI systems in ways that are: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Ethical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Transparent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Fair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Safe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Accountable</a:t>
            </a:r>
          </a:p>
          <a:p>
            <a:pPr>
              <a:buNone/>
            </a:pPr>
            <a:r>
              <a:rPr lang="en-US" dirty="0"/>
              <a:t>AI systems should augment human decision-making — not replace responsibility.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Require review for sensitive outputs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Keep a human-in-the-loop for high-risk decisions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Do not blindly trust generated outputs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838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9F7D8-1295-E017-C389-4834D57C3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E5B982E-8B3C-0A82-3102-0DDB0E296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557" y="517408"/>
            <a:ext cx="7736400" cy="572400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accent3"/>
                </a:solidFill>
              </a:rPr>
              <a:t>AI Security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E7DA7E-D1BB-EA73-8DC1-C7F9FD578A40}"/>
              </a:ext>
            </a:extLst>
          </p:cNvPr>
          <p:cNvSpPr txBox="1"/>
          <p:nvPr/>
        </p:nvSpPr>
        <p:spPr>
          <a:xfrm>
            <a:off x="2057400" y="1452922"/>
            <a:ext cx="5029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Data Leakage Risks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Sensitive information in prompts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 outputs exposing confidential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Logs storing private content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04B313-C23C-F487-60D2-EB476AF93DCB}"/>
              </a:ext>
            </a:extLst>
          </p:cNvPr>
          <p:cNvSpPr txBox="1"/>
          <p:nvPr/>
        </p:nvSpPr>
        <p:spPr>
          <a:xfrm>
            <a:off x="2066026" y="3016365"/>
            <a:ext cx="5029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Model Misuse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Generating malicious code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Social engineering content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Automated misinformation</a:t>
            </a:r>
          </a:p>
        </p:txBody>
      </p:sp>
    </p:spTree>
    <p:extLst>
      <p:ext uri="{BB962C8B-B14F-4D97-AF65-F5344CB8AC3E}">
        <p14:creationId xmlns:p14="http://schemas.microsoft.com/office/powerpoint/2010/main" val="2294990615"/>
      </p:ext>
    </p:extLst>
  </p:cSld>
  <p:clrMapOvr>
    <a:masterClrMapping/>
  </p:clrMapOvr>
</p:sld>
</file>

<file path=ppt/theme/theme1.xml><?xml version="1.0" encoding="utf-8"?>
<a:theme xmlns:a="http://schemas.openxmlformats.org/drawingml/2006/main" name="Creative Sales Strategy by Slidesgo">
  <a:themeElements>
    <a:clrScheme name="Simple Light">
      <a:dk1>
        <a:srgbClr val="EEEEEE"/>
      </a:dk1>
      <a:lt1>
        <a:srgbClr val="FFFFFF"/>
      </a:lt1>
      <a:dk2>
        <a:srgbClr val="216755"/>
      </a:dk2>
      <a:lt2>
        <a:srgbClr val="2F9C80"/>
      </a:lt2>
      <a:accent1>
        <a:srgbClr val="594C6F"/>
      </a:accent1>
      <a:accent2>
        <a:srgbClr val="2FC09B"/>
      </a:accent2>
      <a:accent3>
        <a:srgbClr val="FF8B7B"/>
      </a:accent3>
      <a:accent4>
        <a:srgbClr val="B7B7B7"/>
      </a:accent4>
      <a:accent5>
        <a:srgbClr val="7BD9C1"/>
      </a:accent5>
      <a:accent6>
        <a:srgbClr val="C3FFF0"/>
      </a:accent6>
      <a:hlink>
        <a:srgbClr val="FFFEFE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49942</TotalTime>
  <Words>796</Words>
  <Application>Microsoft Office PowerPoint</Application>
  <PresentationFormat>On-screen Show (16:9)</PresentationFormat>
  <Paragraphs>132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Times New Roman</vt:lpstr>
      <vt:lpstr>Hammersmith One</vt:lpstr>
      <vt:lpstr>Symbol</vt:lpstr>
      <vt:lpstr>Arial</vt:lpstr>
      <vt:lpstr>Wingdings</vt:lpstr>
      <vt:lpstr>Creative Sales Strategy by Slidesgo</vt:lpstr>
      <vt:lpstr>GEN AI  Intro</vt:lpstr>
      <vt:lpstr>AI</vt:lpstr>
      <vt:lpstr>Machine Learning (ML)</vt:lpstr>
      <vt:lpstr>Generative AI</vt:lpstr>
      <vt:lpstr>LLMs</vt:lpstr>
      <vt:lpstr>Prompt Engineering</vt:lpstr>
      <vt:lpstr>Zero-Shot Prompting</vt:lpstr>
      <vt:lpstr>Constraints vs Fine-Tuning</vt:lpstr>
      <vt:lpstr>Hallucinations</vt:lpstr>
      <vt:lpstr>RAG</vt:lpstr>
      <vt:lpstr>Responsible AI Usage</vt:lpstr>
      <vt:lpstr>AI Security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Ethan Wilson</cp:lastModifiedBy>
  <cp:revision>25</cp:revision>
  <dcterms:modified xsi:type="dcterms:W3CDTF">2026-02-19T16:28:24Z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12</vt:i4>
  </property>
  <property fmtid="{D5CDD505-2E9C-101B-9397-08002B2CF9AE}" pid="3" name="Notes">
    <vt:i4>38</vt:i4>
  </property>
  <property fmtid="{D5CDD505-2E9C-101B-9397-08002B2CF9AE}" pid="4" name="PresentationFormat">
    <vt:lpwstr>On-screen Show (16:9)</vt:lpwstr>
  </property>
  <property fmtid="{D5CDD505-2E9C-101B-9397-08002B2CF9AE}" pid="5" name="Slides">
    <vt:i4>65</vt:i4>
  </property>
</Properties>
</file>