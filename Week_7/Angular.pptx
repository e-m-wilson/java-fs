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A80A3-4D51-B75A-C30A-4DD6B5B6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7102-C53B-06A8-A207-E1506722E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NPM</a:t>
            </a:r>
          </a:p>
          <a:p>
            <a:r>
              <a:rPr lang="en-US" dirty="0" err="1"/>
              <a:t>npm</a:t>
            </a:r>
            <a:r>
              <a:rPr lang="en-US" dirty="0"/>
              <a:t> install -g </a:t>
            </a:r>
            <a:r>
              <a:rPr lang="en-US" dirty="0" err="1"/>
              <a:t>npm@latest</a:t>
            </a:r>
            <a:endParaRPr lang="en-US" dirty="0"/>
          </a:p>
          <a:p>
            <a:r>
              <a:rPr lang="en-US" dirty="0"/>
              <a:t>ng new my-angular-app</a:t>
            </a:r>
          </a:p>
          <a:p>
            <a:r>
              <a:rPr lang="en-US" dirty="0"/>
              <a:t>cd my-angular-app</a:t>
            </a:r>
          </a:p>
          <a:p>
            <a:r>
              <a:rPr lang="en-US" dirty="0" err="1"/>
              <a:t>npm</a:t>
            </a:r>
            <a:r>
              <a:rPr lang="en-US" dirty="0"/>
              <a:t> run start</a:t>
            </a:r>
          </a:p>
          <a:p>
            <a:r>
              <a:rPr lang="en-US" dirty="0"/>
              <a:t>Generating components (always us camelCase when generating components):</a:t>
            </a:r>
          </a:p>
          <a:p>
            <a:pPr lvl="1"/>
            <a:r>
              <a:rPr lang="en-US" dirty="0"/>
              <a:t>Within app folder: ng generate component </a:t>
            </a:r>
            <a:r>
              <a:rPr lang="en-US" dirty="0" err="1"/>
              <a:t>componentName</a:t>
            </a:r>
            <a:endParaRPr lang="en-US" dirty="0"/>
          </a:p>
          <a:p>
            <a:pPr lvl="1"/>
            <a:r>
              <a:rPr lang="en-US" dirty="0"/>
              <a:t>Nested within app folder: ng generate component nested/</a:t>
            </a:r>
            <a:r>
              <a:rPr lang="en-US" dirty="0" err="1"/>
              <a:t>componentName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4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9BE7C-EA47-D5AD-C0FD-D8DB5CC4B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E42B9-BACC-C8EC-4F59-D408A375B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67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229</TotalTime>
  <Words>105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Gill Sans MT</vt:lpstr>
      <vt:lpstr>Wingdings 2</vt:lpstr>
      <vt:lpstr>Dividend</vt:lpstr>
      <vt:lpstr>Angular</vt:lpstr>
      <vt:lpstr>Getting started</vt:lpstr>
      <vt:lpstr>PowerPoint Presentation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592</cp:revision>
  <dcterms:created xsi:type="dcterms:W3CDTF">2025-02-12T19:53:45Z</dcterms:created>
  <dcterms:modified xsi:type="dcterms:W3CDTF">2026-10-05T16:35:00Z</dcterms:modified>
</cp:coreProperties>
</file>