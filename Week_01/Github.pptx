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2" r:id="rId6"/>
    <p:sldId id="269" r:id="rId7"/>
    <p:sldId id="263" r:id="rId8"/>
    <p:sldId id="264" r:id="rId9"/>
    <p:sldId id="265" r:id="rId10"/>
    <p:sldId id="266" r:id="rId11"/>
    <p:sldId id="267" r:id="rId12"/>
    <p:sldId id="268" r:id="rId13"/>
    <p:sldId id="273" r:id="rId14"/>
    <p:sldId id="271" r:id="rId15"/>
    <p:sldId id="272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16" autoAdjust="0"/>
    <p:restoredTop sz="94660"/>
  </p:normalViewPr>
  <p:slideViewPr>
    <p:cSldViewPr snapToGrid="0">
      <p:cViewPr varScale="1">
        <p:scale>
          <a:sx n="60" d="100"/>
          <a:sy n="60" d="100"/>
        </p:scale>
        <p:origin x="4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&amp; </a:t>
            </a:r>
            <a:r>
              <a:rPr lang="en-US" dirty="0" err="1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F6C03-7BF4-387E-1067-943EBCE6F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Intro to Git &amp; GitHub</a:t>
            </a:r>
          </a:p>
          <a:p>
            <a:pPr marL="305435" indent="-305435"/>
            <a:r>
              <a:rPr lang="en-US" dirty="0" err="1"/>
              <a:t>init</a:t>
            </a:r>
            <a:r>
              <a:rPr lang="en-US" dirty="0"/>
              <a:t> &amp; config </a:t>
            </a:r>
          </a:p>
          <a:p>
            <a:pPr marL="305435" indent="-305435"/>
            <a:r>
              <a:rPr lang="en-US" dirty="0"/>
              <a:t>add, commit, remote, push, &amp; status</a:t>
            </a:r>
          </a:p>
          <a:p>
            <a:pPr marL="305435" indent="-305435"/>
            <a:r>
              <a:rPr lang="en-US" dirty="0"/>
              <a:t>clone, branch, fetch, pull</a:t>
            </a:r>
          </a:p>
          <a:p>
            <a:pPr marL="305435" indent="-305435"/>
            <a:endParaRPr lang="en-US" dirty="0"/>
          </a:p>
          <a:p>
            <a:pPr marL="305435" indent="-30543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238F-894E-1AD3-43B6-54735C45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Git? What is </a:t>
            </a:r>
            <a:r>
              <a:rPr lang="en-US" dirty="0" err="1"/>
              <a:t>Github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BE4BF-94C3-E154-89FA-7FA2E70EE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Git</a:t>
            </a:r>
            <a:r>
              <a:rPr lang="en-US" dirty="0"/>
              <a:t> – a version control system (VCS) that tracks changes in source code, so developers can collaborate, roll back to earlier versions, and branch off for experiments without breaking the main codebase.</a:t>
            </a:r>
          </a:p>
          <a:p>
            <a:r>
              <a:rPr lang="en-US" dirty="0"/>
              <a:t>Definition </a:t>
            </a:r>
            <a:r>
              <a:rPr lang="en-US" dirty="0">
                <a:solidFill>
                  <a:schemeClr val="accent2"/>
                </a:solidFill>
              </a:rPr>
              <a:t>GitHub</a:t>
            </a:r>
            <a:r>
              <a:rPr lang="en-US" dirty="0"/>
              <a:t> – a cloud-based hosting platform for Git repositories. </a:t>
            </a:r>
          </a:p>
        </p:txBody>
      </p:sp>
    </p:spTree>
    <p:extLst>
      <p:ext uri="{BB962C8B-B14F-4D97-AF65-F5344CB8AC3E}">
        <p14:creationId xmlns:p14="http://schemas.microsoft.com/office/powerpoint/2010/main" val="113726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EDA4-671D-77BB-5B3E-6EE88C20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 &amp; config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4FDBB1-1DA5-9AB3-A05A-BEB6A4965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732" y="2002219"/>
            <a:ext cx="6706536" cy="419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03A3D0-FAFF-EB27-0C0E-1B73AAEF4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757" y="3429000"/>
            <a:ext cx="7954485" cy="3267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111E57-1E5D-4D32-A181-6190E37897A8}"/>
              </a:ext>
            </a:extLst>
          </p:cNvPr>
          <p:cNvSpPr txBox="1"/>
          <p:nvPr/>
        </p:nvSpPr>
        <p:spPr>
          <a:xfrm>
            <a:off x="3656947" y="2602023"/>
            <a:ext cx="4878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config --global user.name "Your Name"</a:t>
            </a:r>
          </a:p>
          <a:p>
            <a:r>
              <a:rPr lang="en-US" dirty="0"/>
              <a:t>git config --global </a:t>
            </a:r>
            <a:r>
              <a:rPr lang="en-US" dirty="0" err="1"/>
              <a:t>user.email</a:t>
            </a:r>
            <a:r>
              <a:rPr lang="en-US" dirty="0"/>
              <a:t> "you@example.com"</a:t>
            </a:r>
          </a:p>
        </p:txBody>
      </p:sp>
    </p:spTree>
    <p:extLst>
      <p:ext uri="{BB962C8B-B14F-4D97-AF65-F5344CB8AC3E}">
        <p14:creationId xmlns:p14="http://schemas.microsoft.com/office/powerpoint/2010/main" val="74768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 local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local git repo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you to start a new project. Let’s create a new git repo to track our file changes!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B9FE-8016-34FA-20CD-D8D2410D3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24D4C-8BB6-BA14-CCB0-3D83A4FF0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&amp; staging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1B5634-5569-152B-3361-E53E46F66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25" y="2305147"/>
            <a:ext cx="638175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395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94DAA-0CF8-FDCE-C552-EFC02BCEA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8F21-1ED6-2F7A-E503-1FB8781D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A17D7-A757-D8C5-6BA2-8A52E715D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364" y="4538041"/>
            <a:ext cx="4439270" cy="1819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230FF0-D030-E603-E9FE-2DF3652A6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600" y="2338691"/>
            <a:ext cx="6620799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66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582F-75D5-29A7-297A-CF955482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B651-8BD0-F171-C535-843F9F793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12E62-8635-E0CD-5EC1-8DA56BC32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15" y="2758982"/>
            <a:ext cx="8966369" cy="200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588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7F0BE-F35F-3071-6791-0293A9E7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F163-ECB6-4155-4E24-8F938DB9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60C630-42CD-07DF-F2C5-24A1E1BFB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83" y="2415200"/>
            <a:ext cx="11506634" cy="101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F302D5-76E9-D153-999E-6348F1814941}"/>
              </a:ext>
            </a:extLst>
          </p:cNvPr>
          <p:cNvSpPr txBox="1"/>
          <p:nvPr/>
        </p:nvSpPr>
        <p:spPr>
          <a:xfrm>
            <a:off x="581192" y="4757809"/>
            <a:ext cx="60780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Get the link to use for the remote from </a:t>
            </a:r>
            <a:r>
              <a:rPr lang="en-US" sz="2400" dirty="0" err="1"/>
              <a:t>github</a:t>
            </a:r>
            <a:r>
              <a:rPr lang="en-US" sz="2400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51366A-D9D2-CD62-FF70-222E1A207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605" y="3820060"/>
            <a:ext cx="4472203" cy="279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31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73363-51CD-A1A9-782D-F381A0606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B40E6-81DE-03D0-7854-2AC117BFA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74148-F19F-AE67-306A-6DDD89A88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552" y="2469959"/>
            <a:ext cx="7356895" cy="347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3C0EC9-A5E7-297B-8F8F-4B0649CD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543" y="3429000"/>
            <a:ext cx="7590914" cy="205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697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F603-5938-A96C-2F37-0C7C0AB5B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762F9-92F5-5804-37AB-4638630C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Push to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D6300-8A5F-47E3-5F06-EDACC9E3E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Push a readme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09D0F-D133-F6EE-D583-2E99E9A4AEC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9887D-2D82-F777-F043-C06E3423FC88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14F8358-C03F-6AEC-D94B-DF8A05B66FB5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 a text file in your repo that describes your project, and then push it to your remote repo: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“This is my first challenge I’ve uploaded to </a:t>
            </a:r>
            <a:r>
              <a:rPr lang="en-US" dirty="0" err="1"/>
              <a:t>github</a:t>
            </a:r>
            <a:r>
              <a:rPr lang="en-US" dirty="0"/>
              <a:t>!” </a:t>
            </a:r>
          </a:p>
        </p:txBody>
      </p:sp>
    </p:spTree>
    <p:extLst>
      <p:ext uri="{BB962C8B-B14F-4D97-AF65-F5344CB8AC3E}">
        <p14:creationId xmlns:p14="http://schemas.microsoft.com/office/powerpoint/2010/main" val="1205202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A5245-4CD4-B9A2-3EA6-B09ABE141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4D6D1-51BC-B9AC-C79E-EDB5394D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6D7FF2-CF40-A210-94BE-70FE13F8D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047" y="2871156"/>
            <a:ext cx="5753903" cy="35723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294506-04C4-EA61-9504-954E0C060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40" y="2081418"/>
            <a:ext cx="10847319" cy="42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35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D2DB7-03EC-56D1-CB2D-8402697F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C7BC-EDF3-F12E-747E-5A4FA59E6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B5A02-F6A7-B3FD-F901-797AEDC58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21" y="2405046"/>
            <a:ext cx="11410357" cy="480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A03374-FD9B-D87F-11E4-D57C9ED49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916" y="3213075"/>
            <a:ext cx="9694168" cy="10915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D056AC-825B-314F-01E0-E6FEEF39C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52" y="4763563"/>
            <a:ext cx="10730293" cy="72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32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BA70-C1A2-4AF4-703E-44F56E4E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3F27-0A40-3A8E-538E-A0597A8E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continued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953D18-E35B-38D8-2CDE-4DDFB389C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192" y="1916281"/>
            <a:ext cx="7005616" cy="459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54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60713-B695-6036-AE2B-EF167BAA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Request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FD6DF-59E5-B999-9DAE-E3CF5A1D1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96" y="2774713"/>
            <a:ext cx="11610808" cy="153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34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06F3C-5FF9-3E8E-FBA1-1341E6A39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D2AF-040F-E84B-86B6-8AE8BE2EB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vs fetch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4AC129-CBF1-6B53-93A4-4FFB0D1E9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364" y="2586010"/>
            <a:ext cx="9067271" cy="842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E1F368-50EE-5B38-A227-B2C5B63D0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43" y="4626092"/>
            <a:ext cx="10094713" cy="5159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C5261C-D432-3186-49D9-DF59EB23E4F4}"/>
              </a:ext>
            </a:extLst>
          </p:cNvPr>
          <p:cNvSpPr txBox="1"/>
          <p:nvPr/>
        </p:nvSpPr>
        <p:spPr>
          <a:xfrm>
            <a:off x="1105209" y="3827491"/>
            <a:ext cx="9981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git pull will check all remote changes and bring them into your working directory immediately.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644FE4-02E8-BE0A-B067-B226A46F4530}"/>
              </a:ext>
            </a:extLst>
          </p:cNvPr>
          <p:cNvSpPr txBox="1"/>
          <p:nvPr/>
        </p:nvSpPr>
        <p:spPr>
          <a:xfrm>
            <a:off x="1105209" y="5540535"/>
            <a:ext cx="10094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git fetch will check for remote changes but will NOT bring those changes into your working directory immediately. I.e. you get to see what others have contributed first</a:t>
            </a:r>
          </a:p>
        </p:txBody>
      </p:sp>
    </p:spTree>
    <p:extLst>
      <p:ext uri="{BB962C8B-B14F-4D97-AF65-F5344CB8AC3E}">
        <p14:creationId xmlns:p14="http://schemas.microsoft.com/office/powerpoint/2010/main" val="3262563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85215-65DC-EF7E-9431-9DED5B932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79270-EE75-CBFB-C2A0-31C4E61D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 working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C1B9A-64FA-CAC5-428A-C7085D090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587413"/>
            <a:ext cx="5317584" cy="1681246"/>
          </a:xfrm>
        </p:spPr>
        <p:txBody>
          <a:bodyPr/>
          <a:lstStyle/>
          <a:p>
            <a:r>
              <a:rPr lang="en-US" dirty="0"/>
              <a:t>Create a working branch and pull request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8CC5D-225C-CF82-3C1B-736E7D7EC2A6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69C8B-2C08-EF26-3186-8C9B6DE101A1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C96EDD-BE72-A823-6F51-21378C728E50}"/>
              </a:ext>
            </a:extLst>
          </p:cNvPr>
          <p:cNvSpPr txBox="1">
            <a:spLocks/>
          </p:cNvSpPr>
          <p:nvPr/>
        </p:nvSpPr>
        <p:spPr>
          <a:xfrm>
            <a:off x="6545749" y="324529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 a new branch called ‘working’. Create a new text file in your branch that describes your favorite food. Merge this into your main branch with:</a:t>
            </a:r>
          </a:p>
          <a:p>
            <a:pPr lvl="1"/>
            <a:r>
              <a:rPr lang="en-US" sz="1800" dirty="0"/>
              <a:t>The Git CLI</a:t>
            </a:r>
          </a:p>
          <a:p>
            <a:pPr lvl="1"/>
            <a:r>
              <a:rPr lang="en-US" sz="1800" dirty="0"/>
              <a:t>The GitHub Pull Request UI</a:t>
            </a:r>
          </a:p>
        </p:txBody>
      </p:sp>
    </p:spTree>
    <p:extLst>
      <p:ext uri="{BB962C8B-B14F-4D97-AF65-F5344CB8AC3E}">
        <p14:creationId xmlns:p14="http://schemas.microsoft.com/office/powerpoint/2010/main" val="178032113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2819</TotalTime>
  <Words>347</Words>
  <Application>Microsoft Office PowerPoint</Application>
  <PresentationFormat>Widescreen</PresentationFormat>
  <Paragraphs>42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Gill Sans MT</vt:lpstr>
      <vt:lpstr>Wingdings 2</vt:lpstr>
      <vt:lpstr>Dividend</vt:lpstr>
      <vt:lpstr>Git &amp; Github</vt:lpstr>
      <vt:lpstr>Overview</vt:lpstr>
      <vt:lpstr>What is Git? What is Github?</vt:lpstr>
      <vt:lpstr>Init &amp; config</vt:lpstr>
      <vt:lpstr>Challenge – Create a local Repo</vt:lpstr>
      <vt:lpstr>Working &amp; staging</vt:lpstr>
      <vt:lpstr>Add</vt:lpstr>
      <vt:lpstr>Commit</vt:lpstr>
      <vt:lpstr>Remote</vt:lpstr>
      <vt:lpstr>Push</vt:lpstr>
      <vt:lpstr>Challenge – Push to Github</vt:lpstr>
      <vt:lpstr>Clone</vt:lpstr>
      <vt:lpstr>branch</vt:lpstr>
      <vt:lpstr>Branch continued</vt:lpstr>
      <vt:lpstr>Pull Request</vt:lpstr>
      <vt:lpstr>Pull vs fetch</vt:lpstr>
      <vt:lpstr>Challenge – Create a working branch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588</cp:revision>
  <dcterms:created xsi:type="dcterms:W3CDTF">2025-02-12T19:53:45Z</dcterms:created>
  <dcterms:modified xsi:type="dcterms:W3CDTF">2026-08-25T19:17:12Z</dcterms:modified>
</cp:coreProperties>
</file>