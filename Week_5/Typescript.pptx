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7" r:id="rId3"/>
    <p:sldId id="325" r:id="rId4"/>
    <p:sldId id="318" r:id="rId5"/>
    <p:sldId id="319" r:id="rId6"/>
    <p:sldId id="322" r:id="rId7"/>
    <p:sldId id="320" r:id="rId8"/>
    <p:sldId id="321" r:id="rId9"/>
    <p:sldId id="323" r:id="rId10"/>
    <p:sldId id="32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47" autoAdjust="0"/>
    <p:restoredTop sz="94660"/>
  </p:normalViewPr>
  <p:slideViewPr>
    <p:cSldViewPr snapToGrid="0">
      <p:cViewPr varScale="1">
        <p:scale>
          <a:sx n="60" d="100"/>
          <a:sy n="60" d="100"/>
        </p:scale>
        <p:origin x="48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B2529-4BC9-51D9-D3FF-3CA6EA03C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77C23-20F5-B927-8EF3-A31AA53D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71292" cy="3678303"/>
          </a:xfrm>
        </p:spPr>
        <p:txBody>
          <a:bodyPr/>
          <a:lstStyle/>
          <a:p>
            <a:r>
              <a:rPr lang="en-US" dirty="0"/>
              <a:t>TypeScript is JavaScript + Types</a:t>
            </a:r>
          </a:p>
          <a:p>
            <a:r>
              <a:rPr lang="en-US" dirty="0"/>
              <a:t>Made by Microsoft</a:t>
            </a:r>
          </a:p>
          <a:p>
            <a:r>
              <a:rPr lang="en-US" dirty="0"/>
              <a:t>Makes larger apps scale easier</a:t>
            </a:r>
          </a:p>
          <a:p>
            <a:r>
              <a:rPr lang="en-US" dirty="0"/>
              <a:t>Gives our linters warnings when we make typos / use incorrect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F334B-51BB-7DE2-B783-57407F25A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18" y="3274828"/>
            <a:ext cx="3777270" cy="15537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396783-25E7-5CB7-FA9E-3DA85B37F77A}"/>
              </a:ext>
            </a:extLst>
          </p:cNvPr>
          <p:cNvSpPr txBox="1"/>
          <p:nvPr/>
        </p:nvSpPr>
        <p:spPr>
          <a:xfrm>
            <a:off x="6749018" y="2806996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Code extensions:</a:t>
            </a:r>
          </a:p>
        </p:txBody>
      </p:sp>
    </p:spTree>
    <p:extLst>
      <p:ext uri="{BB962C8B-B14F-4D97-AF65-F5344CB8AC3E}">
        <p14:creationId xmlns:p14="http://schemas.microsoft.com/office/powerpoint/2010/main" val="1640679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F62C-6F70-4738-71AB-91C8740C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Intro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25094-B417-9E5B-42E9-297D57E66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0446" y="2193196"/>
            <a:ext cx="6391108" cy="3678303"/>
          </a:xfrm>
        </p:spPr>
        <p:txBody>
          <a:bodyPr/>
          <a:lstStyle/>
          <a:p>
            <a:r>
              <a:rPr lang="en-US" dirty="0" err="1"/>
              <a:t>npm</a:t>
            </a:r>
            <a:r>
              <a:rPr lang="en-US" dirty="0"/>
              <a:t> install -g typescript</a:t>
            </a:r>
          </a:p>
          <a:p>
            <a:r>
              <a:rPr lang="en-US" dirty="0" err="1"/>
              <a:t>tsc</a:t>
            </a:r>
            <a:r>
              <a:rPr lang="en-US" dirty="0"/>
              <a:t> --version</a:t>
            </a:r>
          </a:p>
          <a:p>
            <a:r>
              <a:rPr lang="en-US" dirty="0"/>
              <a:t>compile a file:</a:t>
            </a:r>
          </a:p>
          <a:p>
            <a:pPr lvl="1"/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app.ts</a:t>
            </a:r>
            <a:r>
              <a:rPr lang="en-US" dirty="0"/>
              <a:t> -&gt; compiles into .</a:t>
            </a:r>
            <a:r>
              <a:rPr lang="en-US" dirty="0" err="1"/>
              <a:t>js</a:t>
            </a:r>
            <a:r>
              <a:rPr lang="en-US" dirty="0"/>
              <a:t> file </a:t>
            </a:r>
          </a:p>
          <a:p>
            <a:r>
              <a:rPr lang="en-US" dirty="0" err="1"/>
              <a:t>tsc</a:t>
            </a:r>
            <a:r>
              <a:rPr lang="en-US" dirty="0"/>
              <a:t> --</a:t>
            </a:r>
            <a:r>
              <a:rPr lang="en-US" dirty="0" err="1"/>
              <a:t>init</a:t>
            </a:r>
            <a:r>
              <a:rPr lang="en-US" dirty="0"/>
              <a:t> -&gt; generates </a:t>
            </a:r>
            <a:r>
              <a:rPr lang="en-US" dirty="0" err="1"/>
              <a:t>tsconfig.json</a:t>
            </a:r>
            <a:r>
              <a:rPr lang="en-US" dirty="0"/>
              <a:t> file (compiler settings)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229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67CA4-00AC-992A-8E4C-62BBD723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6D755-8285-DC44-5E8E-FA7AF597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743158" cy="3678303"/>
          </a:xfrm>
        </p:spPr>
        <p:txBody>
          <a:bodyPr/>
          <a:lstStyle/>
          <a:p>
            <a:r>
              <a:rPr lang="en-US" dirty="0"/>
              <a:t>With TypeScript we assign types </a:t>
            </a:r>
            <a:r>
              <a:rPr lang="en-US" dirty="0">
                <a:sym typeface="Wingdings" panose="05000000000000000000" pitchFamily="2" charset="2"/>
              </a:rPr>
              <a:t> </a:t>
            </a:r>
          </a:p>
          <a:p>
            <a:r>
              <a:rPr lang="en-US" dirty="0">
                <a:sym typeface="Wingdings" panose="05000000000000000000" pitchFamily="2" charset="2"/>
              </a:rPr>
              <a:t>Variables, functions, classes, </a:t>
            </a:r>
            <a:r>
              <a:rPr lang="en-US" dirty="0" err="1">
                <a:sym typeface="Wingdings" panose="05000000000000000000" pitchFamily="2" charset="2"/>
              </a:rPr>
              <a:t>etc</a:t>
            </a:r>
            <a:r>
              <a:rPr lang="en-US" dirty="0">
                <a:sym typeface="Wingdings" panose="05000000000000000000" pitchFamily="2" charset="2"/>
              </a:rPr>
              <a:t> may now all accept type definitions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EB619-3C76-C463-FEB8-E5E94B4A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949" y="2312888"/>
            <a:ext cx="4124901" cy="1419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FD20A0-3F14-DE4B-DE0B-56CEDD30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949" y="4235354"/>
            <a:ext cx="4163006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3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5A243-5DF5-2666-3396-AF4CD8218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Objects &amp;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9494D-C126-2655-1136-51C9195E2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594" y="2387965"/>
            <a:ext cx="3768558" cy="3678303"/>
          </a:xfrm>
        </p:spPr>
        <p:txBody>
          <a:bodyPr/>
          <a:lstStyle/>
          <a:p>
            <a:r>
              <a:rPr lang="en-US" dirty="0"/>
              <a:t>We can define object literals with types</a:t>
            </a:r>
          </a:p>
          <a:p>
            <a:r>
              <a:rPr lang="en-US" dirty="0"/>
              <a:t>We use interfaces to define reusable types</a:t>
            </a:r>
          </a:p>
          <a:p>
            <a:r>
              <a:rPr lang="en-US" dirty="0"/>
              <a:t>We typically use interfaces over classes when defining new types because interfaces define only a contract and will not generate any runtime code like a class would</a:t>
            </a:r>
          </a:p>
          <a:p>
            <a:r>
              <a:rPr lang="en-US" dirty="0"/>
              <a:t>We can mark a field as nullable with ‘?’ when defining interfaces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255E04-5A3B-C591-641F-3F605F867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104" y="2534471"/>
            <a:ext cx="1733792" cy="2019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E30F22-21BB-7357-F706-D0C04FED9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3325" y="2285392"/>
            <a:ext cx="2048161" cy="2410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ECE9ED-6600-CE13-71DF-43E21D4CD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45" y="5291982"/>
            <a:ext cx="1810003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907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119D6-0835-754F-7A39-1C3C41AF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Definition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62BF7-7C42-527E-FCF6-6E9677242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82263" cy="3678303"/>
          </a:xfrm>
        </p:spPr>
        <p:txBody>
          <a:bodyPr/>
          <a:lstStyle/>
          <a:p>
            <a:r>
              <a:rPr lang="en-US" dirty="0"/>
              <a:t>‘.</a:t>
            </a:r>
            <a:r>
              <a:rPr lang="en-US" dirty="0" err="1"/>
              <a:t>d.ts</a:t>
            </a:r>
            <a:r>
              <a:rPr lang="en-US" dirty="0"/>
              <a:t>.’ file extension</a:t>
            </a:r>
          </a:p>
          <a:p>
            <a:r>
              <a:rPr lang="en-US" dirty="0"/>
              <a:t>Contains no runtime code, only definitions for types used elsewhere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522C8-31D8-9CA0-81DD-B5A80E6CC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39" y="2754320"/>
            <a:ext cx="3010320" cy="2124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8A25D2-CBDF-4CF7-1E3A-62CE6E502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993" y="2754319"/>
            <a:ext cx="2029108" cy="2124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7167BB3-51EF-44BC-33EF-49BE99CDE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707" y="5388609"/>
            <a:ext cx="4163006" cy="2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05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EAA8-62CE-E627-E8F2-4E82AC01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Type Aliases &amp; Type Unions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15FB3-AB8C-6EEA-48F7-73E45BFD6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12999" cy="3678303"/>
          </a:xfrm>
        </p:spPr>
        <p:txBody>
          <a:bodyPr/>
          <a:lstStyle/>
          <a:p>
            <a:r>
              <a:rPr lang="en-US" dirty="0"/>
              <a:t>We can create type aliases with the ‘type’ keyword: ID is either a string OR a number</a:t>
            </a:r>
          </a:p>
          <a:p>
            <a:r>
              <a:rPr lang="en-US" dirty="0"/>
              <a:t>Type union = when we have a new type made from 2 or more other types; </a:t>
            </a:r>
          </a:p>
          <a:p>
            <a:pPr lvl="1"/>
            <a:r>
              <a:rPr lang="en-US" dirty="0"/>
              <a:t>i.e. ‘string | number’ syntax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C9CD7-DF5C-A8A3-3AB7-D4796180A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856" y="3695752"/>
            <a:ext cx="2857899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97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C5F5-E926-6D5E-A18F-BC6093C6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16B3B-F153-B5DB-3173-FA0048C16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416" y="2475751"/>
            <a:ext cx="4096322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93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BE7D-6D25-7596-0E1C-5F77E7AF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Generic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924AD-9994-2693-971B-310D0DD7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‘T’ represents a generic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888F9-9BD2-F044-920F-153B86AC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101" y="3060173"/>
            <a:ext cx="3772426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246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EC666-2C02-F5EA-6C73-0FF63852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- 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4E60F-BF6F-4CB5-53FB-3A2E07318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1895" y="2211232"/>
            <a:ext cx="8678069" cy="1013801"/>
          </a:xfrm>
        </p:spPr>
        <p:txBody>
          <a:bodyPr/>
          <a:lstStyle/>
          <a:p>
            <a:r>
              <a:rPr lang="en-US" dirty="0"/>
              <a:t>We typically use ‘type’ syntax instead of defining an actual </a:t>
            </a:r>
            <a:r>
              <a:rPr lang="en-US" dirty="0" err="1"/>
              <a:t>enum</a:t>
            </a:r>
            <a:r>
              <a:rPr lang="en-US" dirty="0"/>
              <a:t> with ‘</a:t>
            </a:r>
            <a:r>
              <a:rPr lang="en-US" dirty="0" err="1"/>
              <a:t>enum</a:t>
            </a:r>
            <a:r>
              <a:rPr lang="en-US" dirty="0"/>
              <a:t>’ keyword</a:t>
            </a:r>
          </a:p>
          <a:p>
            <a:r>
              <a:rPr lang="en-US" dirty="0"/>
              <a:t>Doing it this way generates zero runtime cost (less bundled code after compilation)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622EE-C89E-91C2-117B-342FCA55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35" y="3720309"/>
            <a:ext cx="8906528" cy="4444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7FE744-69F3-3AFE-1A6F-7E5069B97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788" y="5493440"/>
            <a:ext cx="1600423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2719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29711</TotalTime>
  <Words>273</Words>
  <Application>Microsoft Office PowerPoint</Application>
  <PresentationFormat>Widescreen</PresentationFormat>
  <Paragraphs>34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Gill Sans MT</vt:lpstr>
      <vt:lpstr>Wingdings</vt:lpstr>
      <vt:lpstr>Wingdings 2</vt:lpstr>
      <vt:lpstr>Dividend</vt:lpstr>
      <vt:lpstr>TypeScript</vt:lpstr>
      <vt:lpstr>TypeScript</vt:lpstr>
      <vt:lpstr>Typescript – Intro Commands</vt:lpstr>
      <vt:lpstr>TypeScript</vt:lpstr>
      <vt:lpstr>TypeScript – Objects &amp; Interfaces</vt:lpstr>
      <vt:lpstr>TypeScript – Definition Files</vt:lpstr>
      <vt:lpstr>Typescript – Type Aliases &amp; Type Unions</vt:lpstr>
      <vt:lpstr>Typescript Classes</vt:lpstr>
      <vt:lpstr>Typescript – Generic Types</vt:lpstr>
      <vt:lpstr>Typescript - Enum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607</cp:revision>
  <dcterms:created xsi:type="dcterms:W3CDTF">2025-02-12T19:53:45Z</dcterms:created>
  <dcterms:modified xsi:type="dcterms:W3CDTF">2026-09-21T20:30:28Z</dcterms:modified>
</cp:coreProperties>
</file>