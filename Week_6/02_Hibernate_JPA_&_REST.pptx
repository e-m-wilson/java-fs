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14" r:id="rId3"/>
    <p:sldId id="313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Hibernate, JPA, &amp; REST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12A36-4588-5F59-79E8-D52E4D63C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FFFA9-069D-DDF5-94A0-23E98E258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37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5FB92-6A2A-D33A-9349-4B2FC8FB8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3D84A-B2A2-70EA-E959-F4AF070FD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let’s check our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E1DF8-36E0-1D6D-D9DB-C73571F53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endpoints for different types of coaches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11C103-16B8-599E-5739-2FDF5191F349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AB5C3A-C77B-4B2B-5C19-A80BEA882757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861BE59-BFB8-9E75-6062-CCB3C6CEB3D5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24804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Example: One endpoint uses a ‘</a:t>
            </a:r>
            <a:r>
              <a:rPr lang="en-US" dirty="0" err="1"/>
              <a:t>baseBallCoach</a:t>
            </a:r>
            <a:r>
              <a:rPr lang="en-US" dirty="0"/>
              <a:t>’ and prints ‘Practice Baseball’ </a:t>
            </a:r>
          </a:p>
          <a:p>
            <a:r>
              <a:rPr lang="en-US" dirty="0"/>
              <a:t>Another endpoint uses a ‘</a:t>
            </a:r>
            <a:r>
              <a:rPr lang="en-US" dirty="0" err="1"/>
              <a:t>basketballCoach</a:t>
            </a:r>
            <a:r>
              <a:rPr lang="en-US" dirty="0"/>
              <a:t>’ and prints ‘Practice Basketball’</a:t>
            </a:r>
          </a:p>
          <a:p>
            <a:r>
              <a:rPr lang="en-US" dirty="0"/>
              <a:t>Hint: You can inject more than one item, with multiple @Qualifier(s)!</a:t>
            </a:r>
          </a:p>
        </p:txBody>
      </p:sp>
    </p:spTree>
    <p:extLst>
      <p:ext uri="{BB962C8B-B14F-4D97-AF65-F5344CB8AC3E}">
        <p14:creationId xmlns:p14="http://schemas.microsoft.com/office/powerpoint/2010/main" val="253201416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5122</TotalTime>
  <Words>74</Words>
  <Application>Microsoft Office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Gill Sans MT</vt:lpstr>
      <vt:lpstr>Wingdings 2</vt:lpstr>
      <vt:lpstr>Dividend</vt:lpstr>
      <vt:lpstr>Hibernate, JPA, &amp; REST</vt:lpstr>
      <vt:lpstr>PowerPoint Presentation</vt:lpstr>
      <vt:lpstr>Challenge – let’s check our understanding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608</cp:revision>
  <dcterms:created xsi:type="dcterms:W3CDTF">2025-02-12T19:53:45Z</dcterms:created>
  <dcterms:modified xsi:type="dcterms:W3CDTF">2026-09-29T01:59:33Z</dcterms:modified>
</cp:coreProperties>
</file>