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6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Java Unit Testing &amp; Logging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7AA5D-C488-43A5-3D64-B1D6D0512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E4FDB-A8F2-71B7-3D5E-5E3B4C62C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 testing is the practice of testing a small, isolated piece </a:t>
            </a:r>
            <a:r>
              <a:rPr lang="en-US"/>
              <a:t>of software</a:t>
            </a:r>
          </a:p>
        </p:txBody>
      </p:sp>
    </p:spTree>
    <p:extLst>
      <p:ext uri="{BB962C8B-B14F-4D97-AF65-F5344CB8AC3E}">
        <p14:creationId xmlns:p14="http://schemas.microsoft.com/office/powerpoint/2010/main" val="1270905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2955</TotalTime>
  <Words>77</Words>
  <Application>Microsoft Office PowerPoint</Application>
  <PresentationFormat>Widescreen</PresentationFormat>
  <Paragraphs>8</Paragraphs>
  <Slides>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Gill Sans MT</vt:lpstr>
      <vt:lpstr>Wingdings 2</vt:lpstr>
      <vt:lpstr>Dividend</vt:lpstr>
      <vt:lpstr>Java Unit Testing &amp; Logging</vt:lpstr>
      <vt:lpstr>Unit Testing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612</cp:revision>
  <dcterms:created xsi:type="dcterms:W3CDTF">2025-02-12T19:53:45Z</dcterms:created>
  <dcterms:modified xsi:type="dcterms:W3CDTF">2026-09-16T14:30:02Z</dcterms:modified>
</cp:coreProperties>
</file>